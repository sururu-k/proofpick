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12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firstSlideNum="0" strictFirstAndLastChars="0" saveSubsetFonts="1" showSpecialPlsOnTitleSld="0">
  <p:sldMasterIdLst>
    <p:sldMasterId id="2147483648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y="7559675" cx="10691800"/>
  <p:notesSz cx="6858000" cy="9144000"/>
  <p:embeddedFontLst>
    <p:embeddedFont>
      <p:font typeface="Century Gothic"/>
      <p:regular r:id="rId19"/>
      <p:bold r:id="rId20"/>
      <p:italic r:id="rId21"/>
      <p:boldItalic r:id="rId22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381">
          <p15:clr>
            <a:srgbClr val="A4A3A4"/>
          </p15:clr>
        </p15:guide>
        <p15:guide id="2" pos="3368">
          <p15:clr>
            <a:srgbClr val="A4A3A4"/>
          </p15:clr>
        </p15:guide>
      </p15:sldGuideLst>
    </p:ext>
    <p:ext uri="GoogleSlidesCustomDataVersion2">
      <go:slidesCustomData xmlns:go="http://customooxmlschemas.google.com/" r:id="rId23" roundtripDataSignature="AMtx7mgjXy0b0YkAoBUDkqYIrD0efk38lg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C69E9D2D-6AD4-4C72-932C-DD0CD8AAB81B}">
  <a:tblStyle styleId="{C69E9D2D-6AD4-4C72-932C-DD0CD8AAB81B}" styleName="Table_0">
    <a:wholeTbl>
      <a:tcTxStyle b="off" i="off">
        <a:font>
          <a:latin typeface="Arial"/>
          <a:ea typeface="Arial"/>
          <a:cs typeface="Arial"/>
        </a:font>
        <a:schemeClr val="dk1"/>
      </a:tcTxStyle>
      <a:tcStyle>
        <a:tcBdr>
          <a:left>
            <a:ln cap="flat" cmpd="sng" w="9525">
              <a:solidFill>
                <a:srgbClr val="000000">
                  <a:alpha val="0"/>
                </a:srgbClr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000000">
                  <a:alpha val="0"/>
                </a:srgbClr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000000">
                  <a:alpha val="0"/>
                </a:srgbClr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000000">
                  <a:alpha val="0"/>
                </a:srgbClr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000000">
                  <a:alpha val="0"/>
                </a:srgbClr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000000">
                  <a:alpha val="0"/>
                </a:srgbClr>
              </a:solidFill>
              <a:prstDash val="solid"/>
              <a:round/>
              <a:headEnd len="sm" w="sm" type="none"/>
              <a:tailEnd len="sm" w="sm" type="none"/>
            </a:ln>
          </a:insideV>
        </a:tcBdr>
        <a:fill>
          <a:solidFill>
            <a:srgbClr val="FFFFFF">
              <a:alpha val="0"/>
            </a:srgbClr>
          </a:solidFill>
        </a:fill>
      </a:tc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381" orient="horz"/>
        <p:guide pos="3368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CenturyGothic-bold.fntdata"/><Relationship Id="rId11" Type="http://schemas.openxmlformats.org/officeDocument/2006/relationships/slide" Target="slides/slide5.xml"/><Relationship Id="rId22" Type="http://schemas.openxmlformats.org/officeDocument/2006/relationships/font" Target="fonts/CenturyGothic-boldItalic.fntdata"/><Relationship Id="rId10" Type="http://schemas.openxmlformats.org/officeDocument/2006/relationships/slide" Target="slides/slide4.xml"/><Relationship Id="rId21" Type="http://schemas.openxmlformats.org/officeDocument/2006/relationships/font" Target="fonts/CenturyGothic-italic.fntdata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23" Type="http://customschemas.google.com/relationships/presentationmetadata" Target="metadata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5" Type="http://schemas.openxmlformats.org/officeDocument/2006/relationships/slideMaster" Target="slideMasters/slideMaster1.xml"/><Relationship Id="rId19" Type="http://schemas.openxmlformats.org/officeDocument/2006/relationships/font" Target="fonts/CenturyGothic-regular.fntdata"/><Relationship Id="rId6" Type="http://schemas.openxmlformats.org/officeDocument/2006/relationships/notesMaster" Target="notesMasters/notesMaster1.xml"/><Relationship Id="rId18" Type="http://schemas.openxmlformats.org/officeDocument/2006/relationships/slide" Target="slides/slide12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1246188" y="1143000"/>
            <a:ext cx="4365625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b="0" i="0" lang="ja-JP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7" name="Google Shape;37;p1:notes"/>
          <p:cNvSpPr/>
          <p:nvPr>
            <p:ph idx="2" type="sldImg"/>
          </p:nvPr>
        </p:nvSpPr>
        <p:spPr>
          <a:xfrm>
            <a:off x="1246188" y="1143000"/>
            <a:ext cx="4365625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50" name="Google Shape;50;p18:notes"/>
          <p:cNvSpPr/>
          <p:nvPr>
            <p:ph idx="2" type="sldImg"/>
          </p:nvPr>
        </p:nvSpPr>
        <p:spPr>
          <a:xfrm>
            <a:off x="1246188" y="1143000"/>
            <a:ext cx="4365625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1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77" name="Google Shape;77;p10:notes"/>
          <p:cNvSpPr/>
          <p:nvPr>
            <p:ph idx="2" type="sldImg"/>
          </p:nvPr>
        </p:nvSpPr>
        <p:spPr>
          <a:xfrm>
            <a:off x="1246188" y="1143000"/>
            <a:ext cx="4365625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1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84" name="Google Shape;84;p19:notes"/>
          <p:cNvSpPr/>
          <p:nvPr>
            <p:ph idx="2" type="sldImg"/>
          </p:nvPr>
        </p:nvSpPr>
        <p:spPr>
          <a:xfrm>
            <a:off x="1246188" y="1143000"/>
            <a:ext cx="4365625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g3b2277d9e44_0_9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91" name="Google Shape;91;g3b2277d9e44_0_9:notes"/>
          <p:cNvSpPr/>
          <p:nvPr>
            <p:ph idx="2" type="sldImg"/>
          </p:nvPr>
        </p:nvSpPr>
        <p:spPr>
          <a:xfrm>
            <a:off x="1246188" y="1143000"/>
            <a:ext cx="43656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2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98" name="Google Shape;98;p20:notes"/>
          <p:cNvSpPr/>
          <p:nvPr>
            <p:ph idx="2" type="sldImg"/>
          </p:nvPr>
        </p:nvSpPr>
        <p:spPr>
          <a:xfrm>
            <a:off x="1246188" y="1143000"/>
            <a:ext cx="4365625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2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05" name="Google Shape;105;p21:notes"/>
          <p:cNvSpPr/>
          <p:nvPr>
            <p:ph idx="2" type="sldImg"/>
          </p:nvPr>
        </p:nvSpPr>
        <p:spPr>
          <a:xfrm>
            <a:off x="1246188" y="1143000"/>
            <a:ext cx="4365625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p2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13" name="Google Shape;113;p22:notes"/>
          <p:cNvSpPr/>
          <p:nvPr>
            <p:ph idx="2" type="sldImg"/>
          </p:nvPr>
        </p:nvSpPr>
        <p:spPr>
          <a:xfrm>
            <a:off x="1246188" y="1143000"/>
            <a:ext cx="4365625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2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21" name="Google Shape;121;p23:notes"/>
          <p:cNvSpPr/>
          <p:nvPr>
            <p:ph idx="2" type="sldImg"/>
          </p:nvPr>
        </p:nvSpPr>
        <p:spPr>
          <a:xfrm>
            <a:off x="1246188" y="1143000"/>
            <a:ext cx="4365625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2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30" name="Google Shape;130;p24:notes"/>
          <p:cNvSpPr/>
          <p:nvPr>
            <p:ph idx="2" type="sldImg"/>
          </p:nvPr>
        </p:nvSpPr>
        <p:spPr>
          <a:xfrm>
            <a:off x="1246188" y="1143000"/>
            <a:ext cx="4365625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p2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37" name="Google Shape;137;p25:notes"/>
          <p:cNvSpPr/>
          <p:nvPr>
            <p:ph idx="2" type="sldImg"/>
          </p:nvPr>
        </p:nvSpPr>
        <p:spPr>
          <a:xfrm>
            <a:off x="1246188" y="1143000"/>
            <a:ext cx="4365625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2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p2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44" name="Google Shape;144;p26:notes"/>
          <p:cNvSpPr/>
          <p:nvPr>
            <p:ph idx="2" type="sldImg"/>
          </p:nvPr>
        </p:nvSpPr>
        <p:spPr>
          <a:xfrm>
            <a:off x="1246188" y="1143000"/>
            <a:ext cx="4365625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2_タイトル スライド">
  <p:cSld name="12_タイトル スライド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16"/>
          <p:cNvSpPr/>
          <p:nvPr/>
        </p:nvSpPr>
        <p:spPr>
          <a:xfrm>
            <a:off x="0" y="0"/>
            <a:ext cx="10693400" cy="733425"/>
          </a:xfrm>
          <a:prstGeom prst="rect">
            <a:avLst/>
          </a:prstGeom>
          <a:solidFill>
            <a:srgbClr val="FFC32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17" name="Google Shape;17;p16"/>
          <p:cNvSpPr/>
          <p:nvPr/>
        </p:nvSpPr>
        <p:spPr>
          <a:xfrm>
            <a:off x="0" y="348713"/>
            <a:ext cx="288000" cy="36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18" name="Google Shape;18;p16"/>
          <p:cNvSpPr txBox="1"/>
          <p:nvPr>
            <p:ph idx="12" type="sldNum"/>
          </p:nvPr>
        </p:nvSpPr>
        <p:spPr>
          <a:xfrm>
            <a:off x="3974306" y="71945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b="0" i="0" sz="700" u="sng" cap="none" strike="noStrike">
                <a:solidFill>
                  <a:srgbClr val="3F3F3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indent="0" lvl="1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b="0" i="0" sz="700" u="sng" cap="none" strike="noStrike">
                <a:solidFill>
                  <a:srgbClr val="3F3F3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2pPr>
            <a:lvl3pPr indent="0" lvl="2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b="0" i="0" sz="700" u="sng" cap="none" strike="noStrike">
                <a:solidFill>
                  <a:srgbClr val="3F3F3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3pPr>
            <a:lvl4pPr indent="0" lvl="3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b="0" i="0" sz="700" u="sng" cap="none" strike="noStrike">
                <a:solidFill>
                  <a:srgbClr val="3F3F3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4pPr>
            <a:lvl5pPr indent="0" lvl="4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b="0" i="0" sz="700" u="sng" cap="none" strike="noStrike">
                <a:solidFill>
                  <a:srgbClr val="3F3F3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5pPr>
            <a:lvl6pPr indent="0" lvl="5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b="0" i="0" sz="700" u="sng" cap="none" strike="noStrike">
                <a:solidFill>
                  <a:srgbClr val="3F3F3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6pPr>
            <a:lvl7pPr indent="0" lvl="6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b="0" i="0" sz="700" u="sng" cap="none" strike="noStrike">
                <a:solidFill>
                  <a:srgbClr val="3F3F3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7pPr>
            <a:lvl8pPr indent="0" lvl="7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b="0" i="0" sz="700" u="sng" cap="none" strike="noStrike">
                <a:solidFill>
                  <a:srgbClr val="3F3F3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8pPr>
            <a:lvl9pPr indent="0" lvl="8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b="0" i="0" sz="700" u="sng" cap="none" strike="noStrike">
                <a:solidFill>
                  <a:srgbClr val="3F3F3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ja-JP"/>
              <a:t>‹#›</a:t>
            </a:fld>
            <a:endParaRPr/>
          </a:p>
        </p:txBody>
      </p:sp>
      <p:pic>
        <p:nvPicPr>
          <p:cNvPr id="19" name="Google Shape;19;p16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9218347" y="89421"/>
            <a:ext cx="1235396" cy="51858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extLst>
    <p:ext uri="{DCECCB84-F9BA-43D5-87BE-67443E8EF086}">
      <p15:sldGuideLst>
        <p15:guide id="1" orient="horz" pos="2381">
          <p15:clr>
            <a:srgbClr val="FBAE40"/>
          </p15:clr>
        </p15:guide>
        <p15:guide id="2" pos="3367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_タイトル スライド">
  <p:cSld name="2_タイトル スライド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15"/>
          <p:cNvSpPr txBox="1"/>
          <p:nvPr>
            <p:ph type="ctrTitle"/>
          </p:nvPr>
        </p:nvSpPr>
        <p:spPr>
          <a:xfrm>
            <a:off x="1080000" y="900000"/>
            <a:ext cx="6120000" cy="54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Century Gothic"/>
              <a:buNone/>
              <a:defRPr b="1" sz="36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" name="Google Shape;22;p15"/>
          <p:cNvSpPr txBox="1"/>
          <p:nvPr>
            <p:ph idx="1" type="body"/>
          </p:nvPr>
        </p:nvSpPr>
        <p:spPr>
          <a:xfrm>
            <a:off x="1260000" y="2810208"/>
            <a:ext cx="8405906" cy="201962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marR="0" algn="l">
              <a:lnSpc>
                <a:spcPct val="130000"/>
              </a:lnSpc>
              <a:spcBef>
                <a:spcPts val="1102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sz="1000"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indent="-292100" lvl="1" marL="914400" algn="l">
              <a:lnSpc>
                <a:spcPct val="90000"/>
              </a:lnSpc>
              <a:spcBef>
                <a:spcPts val="551"/>
              </a:spcBef>
              <a:spcAft>
                <a:spcPts val="0"/>
              </a:spcAft>
              <a:buClr>
                <a:schemeClr val="dk1"/>
              </a:buClr>
              <a:buSzPts val="1000"/>
              <a:buChar char="•"/>
              <a:defRPr sz="1000">
                <a:latin typeface="Century Gothic"/>
                <a:ea typeface="Century Gothic"/>
                <a:cs typeface="Century Gothic"/>
                <a:sym typeface="Century Gothic"/>
              </a:defRPr>
            </a:lvl2pPr>
            <a:lvl3pPr indent="-292100" lvl="2" marL="1371600" algn="l">
              <a:lnSpc>
                <a:spcPct val="90000"/>
              </a:lnSpc>
              <a:spcBef>
                <a:spcPts val="551"/>
              </a:spcBef>
              <a:spcAft>
                <a:spcPts val="0"/>
              </a:spcAft>
              <a:buClr>
                <a:schemeClr val="dk1"/>
              </a:buClr>
              <a:buSzPts val="1000"/>
              <a:buChar char="•"/>
              <a:defRPr sz="1000">
                <a:latin typeface="Century Gothic"/>
                <a:ea typeface="Century Gothic"/>
                <a:cs typeface="Century Gothic"/>
                <a:sym typeface="Century Gothic"/>
              </a:defRPr>
            </a:lvl3pPr>
            <a:lvl4pPr indent="-292100" lvl="3" marL="1828800" algn="l">
              <a:lnSpc>
                <a:spcPct val="90000"/>
              </a:lnSpc>
              <a:spcBef>
                <a:spcPts val="551"/>
              </a:spcBef>
              <a:spcAft>
                <a:spcPts val="0"/>
              </a:spcAft>
              <a:buClr>
                <a:schemeClr val="dk1"/>
              </a:buClr>
              <a:buSzPts val="1000"/>
              <a:buChar char="•"/>
              <a:defRPr sz="1000">
                <a:latin typeface="Century Gothic"/>
                <a:ea typeface="Century Gothic"/>
                <a:cs typeface="Century Gothic"/>
                <a:sym typeface="Century Gothic"/>
              </a:defRPr>
            </a:lvl4pPr>
            <a:lvl5pPr indent="-292100" lvl="4" marL="2286000" algn="l">
              <a:lnSpc>
                <a:spcPct val="90000"/>
              </a:lnSpc>
              <a:spcBef>
                <a:spcPts val="551"/>
              </a:spcBef>
              <a:spcAft>
                <a:spcPts val="0"/>
              </a:spcAft>
              <a:buClr>
                <a:schemeClr val="dk1"/>
              </a:buClr>
              <a:buSzPts val="1000"/>
              <a:buChar char="•"/>
              <a:defRPr sz="1000">
                <a:latin typeface="Century Gothic"/>
                <a:ea typeface="Century Gothic"/>
                <a:cs typeface="Century Gothic"/>
                <a:sym typeface="Century Gothic"/>
              </a:defRPr>
            </a:lvl5pPr>
            <a:lvl6pPr indent="-342900" lvl="5" marL="2743200" algn="l">
              <a:lnSpc>
                <a:spcPct val="90000"/>
              </a:lnSpc>
              <a:spcBef>
                <a:spcPts val="551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51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51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51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3" name="Google Shape;23;p15"/>
          <p:cNvSpPr txBox="1"/>
          <p:nvPr>
            <p:ph idx="2" type="body"/>
          </p:nvPr>
        </p:nvSpPr>
        <p:spPr>
          <a:xfrm>
            <a:off x="1260000" y="2376000"/>
            <a:ext cx="8405906" cy="26045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marR="0" algn="l">
              <a:lnSpc>
                <a:spcPct val="130000"/>
              </a:lnSpc>
              <a:spcBef>
                <a:spcPts val="1102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1" sz="1400"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indent="-292100" lvl="1" marL="914400" algn="l">
              <a:lnSpc>
                <a:spcPct val="90000"/>
              </a:lnSpc>
              <a:spcBef>
                <a:spcPts val="551"/>
              </a:spcBef>
              <a:spcAft>
                <a:spcPts val="0"/>
              </a:spcAft>
              <a:buClr>
                <a:schemeClr val="dk1"/>
              </a:buClr>
              <a:buSzPts val="1000"/>
              <a:buChar char="•"/>
              <a:defRPr sz="1000">
                <a:latin typeface="Century Gothic"/>
                <a:ea typeface="Century Gothic"/>
                <a:cs typeface="Century Gothic"/>
                <a:sym typeface="Century Gothic"/>
              </a:defRPr>
            </a:lvl2pPr>
            <a:lvl3pPr indent="-292100" lvl="2" marL="1371600" algn="l">
              <a:lnSpc>
                <a:spcPct val="90000"/>
              </a:lnSpc>
              <a:spcBef>
                <a:spcPts val="551"/>
              </a:spcBef>
              <a:spcAft>
                <a:spcPts val="0"/>
              </a:spcAft>
              <a:buClr>
                <a:schemeClr val="dk1"/>
              </a:buClr>
              <a:buSzPts val="1000"/>
              <a:buChar char="•"/>
              <a:defRPr sz="1000">
                <a:latin typeface="Century Gothic"/>
                <a:ea typeface="Century Gothic"/>
                <a:cs typeface="Century Gothic"/>
                <a:sym typeface="Century Gothic"/>
              </a:defRPr>
            </a:lvl3pPr>
            <a:lvl4pPr indent="-292100" lvl="3" marL="1828800" algn="l">
              <a:lnSpc>
                <a:spcPct val="90000"/>
              </a:lnSpc>
              <a:spcBef>
                <a:spcPts val="551"/>
              </a:spcBef>
              <a:spcAft>
                <a:spcPts val="0"/>
              </a:spcAft>
              <a:buClr>
                <a:schemeClr val="dk1"/>
              </a:buClr>
              <a:buSzPts val="1000"/>
              <a:buChar char="•"/>
              <a:defRPr sz="1000">
                <a:latin typeface="Century Gothic"/>
                <a:ea typeface="Century Gothic"/>
                <a:cs typeface="Century Gothic"/>
                <a:sym typeface="Century Gothic"/>
              </a:defRPr>
            </a:lvl4pPr>
            <a:lvl5pPr indent="-292100" lvl="4" marL="2286000" algn="l">
              <a:lnSpc>
                <a:spcPct val="90000"/>
              </a:lnSpc>
              <a:spcBef>
                <a:spcPts val="551"/>
              </a:spcBef>
              <a:spcAft>
                <a:spcPts val="0"/>
              </a:spcAft>
              <a:buClr>
                <a:schemeClr val="dk1"/>
              </a:buClr>
              <a:buSzPts val="1000"/>
              <a:buChar char="•"/>
              <a:defRPr sz="1000">
                <a:latin typeface="Century Gothic"/>
                <a:ea typeface="Century Gothic"/>
                <a:cs typeface="Century Gothic"/>
                <a:sym typeface="Century Gothic"/>
              </a:defRPr>
            </a:lvl5pPr>
            <a:lvl6pPr indent="-342900" lvl="5" marL="2743200" algn="l">
              <a:lnSpc>
                <a:spcPct val="90000"/>
              </a:lnSpc>
              <a:spcBef>
                <a:spcPts val="551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51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51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51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15"/>
          <p:cNvSpPr txBox="1"/>
          <p:nvPr>
            <p:ph idx="3" type="body"/>
          </p:nvPr>
        </p:nvSpPr>
        <p:spPr>
          <a:xfrm>
            <a:off x="1260000" y="5700552"/>
            <a:ext cx="8405906" cy="76501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marR="0" algn="l">
              <a:lnSpc>
                <a:spcPct val="130000"/>
              </a:lnSpc>
              <a:spcBef>
                <a:spcPts val="1102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sz="1000"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indent="-292100" lvl="1" marL="914400" algn="l">
              <a:lnSpc>
                <a:spcPct val="90000"/>
              </a:lnSpc>
              <a:spcBef>
                <a:spcPts val="551"/>
              </a:spcBef>
              <a:spcAft>
                <a:spcPts val="0"/>
              </a:spcAft>
              <a:buClr>
                <a:schemeClr val="dk1"/>
              </a:buClr>
              <a:buSzPts val="1000"/>
              <a:buChar char="•"/>
              <a:defRPr sz="1000">
                <a:latin typeface="Century Gothic"/>
                <a:ea typeface="Century Gothic"/>
                <a:cs typeface="Century Gothic"/>
                <a:sym typeface="Century Gothic"/>
              </a:defRPr>
            </a:lvl2pPr>
            <a:lvl3pPr indent="-292100" lvl="2" marL="1371600" algn="l">
              <a:lnSpc>
                <a:spcPct val="90000"/>
              </a:lnSpc>
              <a:spcBef>
                <a:spcPts val="551"/>
              </a:spcBef>
              <a:spcAft>
                <a:spcPts val="0"/>
              </a:spcAft>
              <a:buClr>
                <a:schemeClr val="dk1"/>
              </a:buClr>
              <a:buSzPts val="1000"/>
              <a:buChar char="•"/>
              <a:defRPr sz="1000">
                <a:latin typeface="Century Gothic"/>
                <a:ea typeface="Century Gothic"/>
                <a:cs typeface="Century Gothic"/>
                <a:sym typeface="Century Gothic"/>
              </a:defRPr>
            </a:lvl3pPr>
            <a:lvl4pPr indent="-292100" lvl="3" marL="1828800" algn="l">
              <a:lnSpc>
                <a:spcPct val="90000"/>
              </a:lnSpc>
              <a:spcBef>
                <a:spcPts val="551"/>
              </a:spcBef>
              <a:spcAft>
                <a:spcPts val="0"/>
              </a:spcAft>
              <a:buClr>
                <a:schemeClr val="dk1"/>
              </a:buClr>
              <a:buSzPts val="1000"/>
              <a:buChar char="•"/>
              <a:defRPr sz="1000">
                <a:latin typeface="Century Gothic"/>
                <a:ea typeface="Century Gothic"/>
                <a:cs typeface="Century Gothic"/>
                <a:sym typeface="Century Gothic"/>
              </a:defRPr>
            </a:lvl4pPr>
            <a:lvl5pPr indent="-292100" lvl="4" marL="2286000" algn="l">
              <a:lnSpc>
                <a:spcPct val="90000"/>
              </a:lnSpc>
              <a:spcBef>
                <a:spcPts val="551"/>
              </a:spcBef>
              <a:spcAft>
                <a:spcPts val="0"/>
              </a:spcAft>
              <a:buClr>
                <a:schemeClr val="dk1"/>
              </a:buClr>
              <a:buSzPts val="1000"/>
              <a:buChar char="•"/>
              <a:defRPr sz="1000">
                <a:latin typeface="Century Gothic"/>
                <a:ea typeface="Century Gothic"/>
                <a:cs typeface="Century Gothic"/>
                <a:sym typeface="Century Gothic"/>
              </a:defRPr>
            </a:lvl5pPr>
            <a:lvl6pPr indent="-342900" lvl="5" marL="2743200" algn="l">
              <a:lnSpc>
                <a:spcPct val="90000"/>
              </a:lnSpc>
              <a:spcBef>
                <a:spcPts val="551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51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51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51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5" name="Google Shape;25;p15"/>
          <p:cNvSpPr txBox="1"/>
          <p:nvPr>
            <p:ph idx="4" type="body"/>
          </p:nvPr>
        </p:nvSpPr>
        <p:spPr>
          <a:xfrm>
            <a:off x="1260000" y="5266344"/>
            <a:ext cx="8405906" cy="26045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marR="0" algn="l">
              <a:lnSpc>
                <a:spcPct val="130000"/>
              </a:lnSpc>
              <a:spcBef>
                <a:spcPts val="1102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1" sz="1400"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indent="-292100" lvl="1" marL="914400" algn="l">
              <a:lnSpc>
                <a:spcPct val="90000"/>
              </a:lnSpc>
              <a:spcBef>
                <a:spcPts val="551"/>
              </a:spcBef>
              <a:spcAft>
                <a:spcPts val="0"/>
              </a:spcAft>
              <a:buClr>
                <a:schemeClr val="dk1"/>
              </a:buClr>
              <a:buSzPts val="1000"/>
              <a:buChar char="•"/>
              <a:defRPr sz="1000">
                <a:latin typeface="Century Gothic"/>
                <a:ea typeface="Century Gothic"/>
                <a:cs typeface="Century Gothic"/>
                <a:sym typeface="Century Gothic"/>
              </a:defRPr>
            </a:lvl2pPr>
            <a:lvl3pPr indent="-292100" lvl="2" marL="1371600" algn="l">
              <a:lnSpc>
                <a:spcPct val="90000"/>
              </a:lnSpc>
              <a:spcBef>
                <a:spcPts val="551"/>
              </a:spcBef>
              <a:spcAft>
                <a:spcPts val="0"/>
              </a:spcAft>
              <a:buClr>
                <a:schemeClr val="dk1"/>
              </a:buClr>
              <a:buSzPts val="1000"/>
              <a:buChar char="•"/>
              <a:defRPr sz="1000">
                <a:latin typeface="Century Gothic"/>
                <a:ea typeface="Century Gothic"/>
                <a:cs typeface="Century Gothic"/>
                <a:sym typeface="Century Gothic"/>
              </a:defRPr>
            </a:lvl3pPr>
            <a:lvl4pPr indent="-292100" lvl="3" marL="1828800" algn="l">
              <a:lnSpc>
                <a:spcPct val="90000"/>
              </a:lnSpc>
              <a:spcBef>
                <a:spcPts val="551"/>
              </a:spcBef>
              <a:spcAft>
                <a:spcPts val="0"/>
              </a:spcAft>
              <a:buClr>
                <a:schemeClr val="dk1"/>
              </a:buClr>
              <a:buSzPts val="1000"/>
              <a:buChar char="•"/>
              <a:defRPr sz="1000">
                <a:latin typeface="Century Gothic"/>
                <a:ea typeface="Century Gothic"/>
                <a:cs typeface="Century Gothic"/>
                <a:sym typeface="Century Gothic"/>
              </a:defRPr>
            </a:lvl4pPr>
            <a:lvl5pPr indent="-292100" lvl="4" marL="2286000" algn="l">
              <a:lnSpc>
                <a:spcPct val="90000"/>
              </a:lnSpc>
              <a:spcBef>
                <a:spcPts val="551"/>
              </a:spcBef>
              <a:spcAft>
                <a:spcPts val="0"/>
              </a:spcAft>
              <a:buClr>
                <a:schemeClr val="dk1"/>
              </a:buClr>
              <a:buSzPts val="1000"/>
              <a:buChar char="•"/>
              <a:defRPr sz="1000">
                <a:latin typeface="Century Gothic"/>
                <a:ea typeface="Century Gothic"/>
                <a:cs typeface="Century Gothic"/>
                <a:sym typeface="Century Gothic"/>
              </a:defRPr>
            </a:lvl5pPr>
            <a:lvl6pPr indent="-342900" lvl="5" marL="2743200" algn="l">
              <a:lnSpc>
                <a:spcPct val="90000"/>
              </a:lnSpc>
              <a:spcBef>
                <a:spcPts val="551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51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51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51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6" name="Google Shape;26;p15"/>
          <p:cNvSpPr txBox="1"/>
          <p:nvPr>
            <p:ph idx="12" type="sldNum"/>
          </p:nvPr>
        </p:nvSpPr>
        <p:spPr>
          <a:xfrm>
            <a:off x="3974306" y="71945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b="0" i="0" sz="700" u="sng" cap="none" strike="noStrike">
                <a:solidFill>
                  <a:srgbClr val="3F3F3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indent="0" lvl="1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b="0" i="0" sz="700" u="sng" cap="none" strike="noStrike">
                <a:solidFill>
                  <a:srgbClr val="3F3F3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2pPr>
            <a:lvl3pPr indent="0" lvl="2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b="0" i="0" sz="700" u="sng" cap="none" strike="noStrike">
                <a:solidFill>
                  <a:srgbClr val="3F3F3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3pPr>
            <a:lvl4pPr indent="0" lvl="3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b="0" i="0" sz="700" u="sng" cap="none" strike="noStrike">
                <a:solidFill>
                  <a:srgbClr val="3F3F3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4pPr>
            <a:lvl5pPr indent="0" lvl="4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b="0" i="0" sz="700" u="sng" cap="none" strike="noStrike">
                <a:solidFill>
                  <a:srgbClr val="3F3F3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5pPr>
            <a:lvl6pPr indent="0" lvl="5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b="0" i="0" sz="700" u="sng" cap="none" strike="noStrike">
                <a:solidFill>
                  <a:srgbClr val="3F3F3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6pPr>
            <a:lvl7pPr indent="0" lvl="6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b="0" i="0" sz="700" u="sng" cap="none" strike="noStrike">
                <a:solidFill>
                  <a:srgbClr val="3F3F3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7pPr>
            <a:lvl8pPr indent="0" lvl="7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b="0" i="0" sz="700" u="sng" cap="none" strike="noStrike">
                <a:solidFill>
                  <a:srgbClr val="3F3F3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8pPr>
            <a:lvl9pPr indent="0" lvl="8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b="0" i="0" sz="700" u="sng" cap="none" strike="noStrike">
                <a:solidFill>
                  <a:srgbClr val="3F3F3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ja-JP"/>
              <a:t>‹#›</a:t>
            </a:fld>
            <a:endParaRPr/>
          </a:p>
        </p:txBody>
      </p:sp>
    </p:spTree>
  </p:cSld>
  <p:clrMapOvr>
    <a:masterClrMapping/>
  </p:clrMapOvr>
  <p:extLst>
    <p:ext uri="{DCECCB84-F9BA-43D5-87BE-67443E8EF086}">
      <p15:sldGuideLst>
        <p15:guide id="1" orient="horz" pos="2381">
          <p15:clr>
            <a:srgbClr val="FBAE40"/>
          </p15:clr>
        </p15:guide>
        <p15:guide id="2" pos="3367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_タイトル スライド">
  <p:cSld name="1_タイトル スライド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17"/>
          <p:cNvSpPr/>
          <p:nvPr/>
        </p:nvSpPr>
        <p:spPr>
          <a:xfrm>
            <a:off x="-887" y="0"/>
            <a:ext cx="5346000" cy="7559675"/>
          </a:xfrm>
          <a:prstGeom prst="rect">
            <a:avLst/>
          </a:prstGeom>
          <a:solidFill>
            <a:srgbClr val="FFC32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t/>
            </a:r>
            <a:endParaRPr b="0" i="0" sz="1600" u="none" cap="none" strike="noStrike">
              <a:solidFill>
                <a:schemeClr val="lt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29" name="Google Shape;29;p17"/>
          <p:cNvSpPr txBox="1"/>
          <p:nvPr>
            <p:ph type="ctrTitle"/>
          </p:nvPr>
        </p:nvSpPr>
        <p:spPr>
          <a:xfrm>
            <a:off x="6048000" y="1800000"/>
            <a:ext cx="4009336" cy="131550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Century Gothic"/>
              <a:buNone/>
              <a:defRPr b="1" sz="45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0" name="Google Shape;30;p17"/>
          <p:cNvSpPr txBox="1"/>
          <p:nvPr>
            <p:ph idx="1" type="subTitle"/>
          </p:nvPr>
        </p:nvSpPr>
        <p:spPr>
          <a:xfrm>
            <a:off x="6048000" y="4444172"/>
            <a:ext cx="4009336" cy="3156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90000"/>
              </a:lnSpc>
              <a:spcBef>
                <a:spcPts val="1102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b="1" sz="1400"/>
            </a:lvl1pPr>
            <a:lvl2pPr lvl="1" algn="ctr">
              <a:lnSpc>
                <a:spcPct val="90000"/>
              </a:lnSpc>
              <a:spcBef>
                <a:spcPts val="551"/>
              </a:spcBef>
              <a:spcAft>
                <a:spcPts val="0"/>
              </a:spcAft>
              <a:buClr>
                <a:schemeClr val="dk1"/>
              </a:buClr>
              <a:buSzPts val="2205"/>
              <a:buNone/>
              <a:defRPr sz="2205"/>
            </a:lvl2pPr>
            <a:lvl3pPr lvl="2" algn="ctr">
              <a:lnSpc>
                <a:spcPct val="90000"/>
              </a:lnSpc>
              <a:spcBef>
                <a:spcPts val="551"/>
              </a:spcBef>
              <a:spcAft>
                <a:spcPts val="0"/>
              </a:spcAft>
              <a:buClr>
                <a:schemeClr val="dk1"/>
              </a:buClr>
              <a:buSzPts val="1984"/>
              <a:buNone/>
              <a:defRPr sz="1984"/>
            </a:lvl3pPr>
            <a:lvl4pPr lvl="3" algn="ctr">
              <a:lnSpc>
                <a:spcPct val="90000"/>
              </a:lnSpc>
              <a:spcBef>
                <a:spcPts val="551"/>
              </a:spcBef>
              <a:spcAft>
                <a:spcPts val="0"/>
              </a:spcAft>
              <a:buClr>
                <a:schemeClr val="dk1"/>
              </a:buClr>
              <a:buSzPts val="1764"/>
              <a:buNone/>
              <a:defRPr sz="1764"/>
            </a:lvl4pPr>
            <a:lvl5pPr lvl="4" algn="ctr">
              <a:lnSpc>
                <a:spcPct val="90000"/>
              </a:lnSpc>
              <a:spcBef>
                <a:spcPts val="551"/>
              </a:spcBef>
              <a:spcAft>
                <a:spcPts val="0"/>
              </a:spcAft>
              <a:buClr>
                <a:schemeClr val="dk1"/>
              </a:buClr>
              <a:buSzPts val="1764"/>
              <a:buNone/>
              <a:defRPr sz="1764"/>
            </a:lvl5pPr>
            <a:lvl6pPr lvl="5" algn="ctr">
              <a:lnSpc>
                <a:spcPct val="90000"/>
              </a:lnSpc>
              <a:spcBef>
                <a:spcPts val="551"/>
              </a:spcBef>
              <a:spcAft>
                <a:spcPts val="0"/>
              </a:spcAft>
              <a:buClr>
                <a:schemeClr val="dk1"/>
              </a:buClr>
              <a:buSzPts val="1764"/>
              <a:buNone/>
              <a:defRPr sz="1764"/>
            </a:lvl6pPr>
            <a:lvl7pPr lvl="6" algn="ctr">
              <a:lnSpc>
                <a:spcPct val="90000"/>
              </a:lnSpc>
              <a:spcBef>
                <a:spcPts val="551"/>
              </a:spcBef>
              <a:spcAft>
                <a:spcPts val="0"/>
              </a:spcAft>
              <a:buClr>
                <a:schemeClr val="dk1"/>
              </a:buClr>
              <a:buSzPts val="1764"/>
              <a:buNone/>
              <a:defRPr sz="1764"/>
            </a:lvl7pPr>
            <a:lvl8pPr lvl="7" algn="ctr">
              <a:lnSpc>
                <a:spcPct val="90000"/>
              </a:lnSpc>
              <a:spcBef>
                <a:spcPts val="551"/>
              </a:spcBef>
              <a:spcAft>
                <a:spcPts val="0"/>
              </a:spcAft>
              <a:buClr>
                <a:schemeClr val="dk1"/>
              </a:buClr>
              <a:buSzPts val="1764"/>
              <a:buNone/>
              <a:defRPr sz="1764"/>
            </a:lvl8pPr>
            <a:lvl9pPr lvl="8" algn="ctr">
              <a:lnSpc>
                <a:spcPct val="90000"/>
              </a:lnSpc>
              <a:spcBef>
                <a:spcPts val="551"/>
              </a:spcBef>
              <a:spcAft>
                <a:spcPts val="0"/>
              </a:spcAft>
              <a:buClr>
                <a:schemeClr val="dk1"/>
              </a:buClr>
              <a:buSzPts val="1764"/>
              <a:buNone/>
              <a:defRPr sz="1764"/>
            </a:lvl9pPr>
          </a:lstStyle>
          <a:p/>
        </p:txBody>
      </p:sp>
      <p:sp>
        <p:nvSpPr>
          <p:cNvPr id="31" name="Google Shape;31;p17"/>
          <p:cNvSpPr/>
          <p:nvPr>
            <p:ph idx="2" type="pic"/>
          </p:nvPr>
        </p:nvSpPr>
        <p:spPr>
          <a:xfrm flipH="1">
            <a:off x="5345113" y="0"/>
            <a:ext cx="5345113" cy="7559675"/>
          </a:xfrm>
          <a:prstGeom prst="snip1Rect">
            <a:avLst>
              <a:gd fmla="val 0" name="adj"/>
            </a:avLst>
          </a:prstGeom>
          <a:noFill/>
          <a:ln>
            <a:noFill/>
          </a:ln>
        </p:spPr>
      </p:sp>
      <p:sp>
        <p:nvSpPr>
          <p:cNvPr id="32" name="Google Shape;32;p17"/>
          <p:cNvSpPr txBox="1"/>
          <p:nvPr>
            <p:ph idx="3" type="body"/>
          </p:nvPr>
        </p:nvSpPr>
        <p:spPr>
          <a:xfrm>
            <a:off x="6047300" y="4759325"/>
            <a:ext cx="4009513" cy="10001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marR="0" algn="l">
              <a:lnSpc>
                <a:spcPct val="130000"/>
              </a:lnSpc>
              <a:spcBef>
                <a:spcPts val="1102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sz="1000"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indent="-292100" lvl="1" marL="914400" algn="l">
              <a:lnSpc>
                <a:spcPct val="90000"/>
              </a:lnSpc>
              <a:spcBef>
                <a:spcPts val="551"/>
              </a:spcBef>
              <a:spcAft>
                <a:spcPts val="0"/>
              </a:spcAft>
              <a:buClr>
                <a:schemeClr val="dk1"/>
              </a:buClr>
              <a:buSzPts val="1000"/>
              <a:buChar char="•"/>
              <a:defRPr sz="1000">
                <a:latin typeface="Century Gothic"/>
                <a:ea typeface="Century Gothic"/>
                <a:cs typeface="Century Gothic"/>
                <a:sym typeface="Century Gothic"/>
              </a:defRPr>
            </a:lvl2pPr>
            <a:lvl3pPr indent="-292100" lvl="2" marL="1371600" algn="l">
              <a:lnSpc>
                <a:spcPct val="90000"/>
              </a:lnSpc>
              <a:spcBef>
                <a:spcPts val="551"/>
              </a:spcBef>
              <a:spcAft>
                <a:spcPts val="0"/>
              </a:spcAft>
              <a:buClr>
                <a:schemeClr val="dk1"/>
              </a:buClr>
              <a:buSzPts val="1000"/>
              <a:buChar char="•"/>
              <a:defRPr sz="1000">
                <a:latin typeface="Century Gothic"/>
                <a:ea typeface="Century Gothic"/>
                <a:cs typeface="Century Gothic"/>
                <a:sym typeface="Century Gothic"/>
              </a:defRPr>
            </a:lvl3pPr>
            <a:lvl4pPr indent="-292100" lvl="3" marL="1828800" algn="l">
              <a:lnSpc>
                <a:spcPct val="90000"/>
              </a:lnSpc>
              <a:spcBef>
                <a:spcPts val="551"/>
              </a:spcBef>
              <a:spcAft>
                <a:spcPts val="0"/>
              </a:spcAft>
              <a:buClr>
                <a:schemeClr val="dk1"/>
              </a:buClr>
              <a:buSzPts val="1000"/>
              <a:buChar char="•"/>
              <a:defRPr sz="1000">
                <a:latin typeface="Century Gothic"/>
                <a:ea typeface="Century Gothic"/>
                <a:cs typeface="Century Gothic"/>
                <a:sym typeface="Century Gothic"/>
              </a:defRPr>
            </a:lvl4pPr>
            <a:lvl5pPr indent="-292100" lvl="4" marL="2286000" algn="l">
              <a:lnSpc>
                <a:spcPct val="90000"/>
              </a:lnSpc>
              <a:spcBef>
                <a:spcPts val="551"/>
              </a:spcBef>
              <a:spcAft>
                <a:spcPts val="0"/>
              </a:spcAft>
              <a:buClr>
                <a:schemeClr val="dk1"/>
              </a:buClr>
              <a:buSzPts val="1000"/>
              <a:buChar char="•"/>
              <a:defRPr sz="1000">
                <a:latin typeface="Century Gothic"/>
                <a:ea typeface="Century Gothic"/>
                <a:cs typeface="Century Gothic"/>
                <a:sym typeface="Century Gothic"/>
              </a:defRPr>
            </a:lvl5pPr>
            <a:lvl6pPr indent="-342900" lvl="5" marL="2743200" algn="l">
              <a:lnSpc>
                <a:spcPct val="90000"/>
              </a:lnSpc>
              <a:spcBef>
                <a:spcPts val="551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51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51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51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3" name="Google Shape;33;p17"/>
          <p:cNvSpPr txBox="1"/>
          <p:nvPr>
            <p:ph idx="12" type="sldNum"/>
          </p:nvPr>
        </p:nvSpPr>
        <p:spPr>
          <a:xfrm>
            <a:off x="3974306" y="71945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b="0" i="0" sz="700" u="sng" cap="none" strike="noStrike">
                <a:solidFill>
                  <a:srgbClr val="3F3F3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indent="0" lvl="1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b="0" i="0" sz="700" u="sng" cap="none" strike="noStrike">
                <a:solidFill>
                  <a:srgbClr val="3F3F3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2pPr>
            <a:lvl3pPr indent="0" lvl="2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b="0" i="0" sz="700" u="sng" cap="none" strike="noStrike">
                <a:solidFill>
                  <a:srgbClr val="3F3F3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3pPr>
            <a:lvl4pPr indent="0" lvl="3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b="0" i="0" sz="700" u="sng" cap="none" strike="noStrike">
                <a:solidFill>
                  <a:srgbClr val="3F3F3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4pPr>
            <a:lvl5pPr indent="0" lvl="4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b="0" i="0" sz="700" u="sng" cap="none" strike="noStrike">
                <a:solidFill>
                  <a:srgbClr val="3F3F3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5pPr>
            <a:lvl6pPr indent="0" lvl="5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b="0" i="0" sz="700" u="sng" cap="none" strike="noStrike">
                <a:solidFill>
                  <a:srgbClr val="3F3F3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6pPr>
            <a:lvl7pPr indent="0" lvl="6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b="0" i="0" sz="700" u="sng" cap="none" strike="noStrike">
                <a:solidFill>
                  <a:srgbClr val="3F3F3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7pPr>
            <a:lvl8pPr indent="0" lvl="7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b="0" i="0" sz="700" u="sng" cap="none" strike="noStrike">
                <a:solidFill>
                  <a:srgbClr val="3F3F3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8pPr>
            <a:lvl9pPr indent="0" lvl="8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b="0" i="0" sz="700" u="sng" cap="none" strike="noStrike">
                <a:solidFill>
                  <a:srgbClr val="3F3F3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ja-JP"/>
              <a:t>‹#›</a:t>
            </a:fld>
            <a:endParaRPr/>
          </a:p>
        </p:txBody>
      </p:sp>
      <p:sp>
        <p:nvSpPr>
          <p:cNvPr id="34" name="Google Shape;34;p17"/>
          <p:cNvSpPr txBox="1"/>
          <p:nvPr/>
        </p:nvSpPr>
        <p:spPr>
          <a:xfrm>
            <a:off x="6822769" y="7331537"/>
            <a:ext cx="3667671" cy="10772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r>
              <a:rPr b="0" i="0" lang="ja-JP" sz="700" u="none" cap="none" strike="noStrike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rPr>
              <a:t>Ⓒ Digital learning experience / HAKUHODO  Inc, All  Rights  Reserved. | CONFIDENTIAL</a:t>
            </a:r>
            <a:endParaRPr b="0" i="0" sz="700" u="none" cap="none" strike="noStrike">
              <a:solidFill>
                <a:srgbClr val="3F3F3F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orient="horz" pos="2381">
          <p15:clr>
            <a:srgbClr val="FBAE40"/>
          </p15:clr>
        </p15:guide>
        <p15:guide id="2" pos="3367">
          <p15:clr>
            <a:srgbClr val="FBAE40"/>
          </p15:clr>
        </p15:guide>
      </p15:sldGuideLst>
    </p:ext>
  </p:extLst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4"/>
          <p:cNvSpPr txBox="1"/>
          <p:nvPr>
            <p:ph type="title"/>
          </p:nvPr>
        </p:nvSpPr>
        <p:spPr>
          <a:xfrm>
            <a:off x="735062" y="402484"/>
            <a:ext cx="9221689" cy="146118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50"/>
              <a:buFont typeface="Century Gothic"/>
              <a:buNone/>
              <a:defRPr b="0" i="0" sz="485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1" name="Google Shape;11;p14"/>
          <p:cNvSpPr txBox="1"/>
          <p:nvPr>
            <p:ph idx="1" type="body"/>
          </p:nvPr>
        </p:nvSpPr>
        <p:spPr>
          <a:xfrm>
            <a:off x="735062" y="2012414"/>
            <a:ext cx="9221689" cy="479654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24561" lvl="0" marL="457200" marR="0" rtl="0" algn="l">
              <a:lnSpc>
                <a:spcPct val="90000"/>
              </a:lnSpc>
              <a:spcBef>
                <a:spcPts val="1102"/>
              </a:spcBef>
              <a:spcAft>
                <a:spcPts val="0"/>
              </a:spcAft>
              <a:buClr>
                <a:schemeClr val="dk1"/>
              </a:buClr>
              <a:buSzPts val="3086"/>
              <a:buFont typeface="Arial"/>
              <a:buChar char="•"/>
              <a:defRPr b="0" i="0" sz="3086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indent="-396621" lvl="1" marL="914400" marR="0" rtl="0" algn="l">
              <a:lnSpc>
                <a:spcPct val="90000"/>
              </a:lnSpc>
              <a:spcBef>
                <a:spcPts val="551"/>
              </a:spcBef>
              <a:spcAft>
                <a:spcPts val="0"/>
              </a:spcAft>
              <a:buClr>
                <a:schemeClr val="dk1"/>
              </a:buClr>
              <a:buSzPts val="2646"/>
              <a:buFont typeface="Arial"/>
              <a:buChar char="•"/>
              <a:defRPr b="0" i="0" sz="2646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2pPr>
            <a:lvl3pPr indent="-368617" lvl="2" marL="1371600" marR="0" rtl="0" algn="l">
              <a:lnSpc>
                <a:spcPct val="90000"/>
              </a:lnSpc>
              <a:spcBef>
                <a:spcPts val="551"/>
              </a:spcBef>
              <a:spcAft>
                <a:spcPts val="0"/>
              </a:spcAft>
              <a:buClr>
                <a:schemeClr val="dk1"/>
              </a:buClr>
              <a:buSzPts val="2205"/>
              <a:buFont typeface="Arial"/>
              <a:buChar char="•"/>
              <a:defRPr b="0" i="0" sz="2205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3pPr>
            <a:lvl4pPr indent="-354583" lvl="3" marL="1828800" marR="0" rtl="0" algn="l">
              <a:lnSpc>
                <a:spcPct val="90000"/>
              </a:lnSpc>
              <a:spcBef>
                <a:spcPts val="551"/>
              </a:spcBef>
              <a:spcAft>
                <a:spcPts val="0"/>
              </a:spcAft>
              <a:buClr>
                <a:schemeClr val="dk1"/>
              </a:buClr>
              <a:buSzPts val="1984"/>
              <a:buFont typeface="Arial"/>
              <a:buChar char="•"/>
              <a:defRPr b="0" i="0" sz="1984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4pPr>
            <a:lvl5pPr indent="-354583" lvl="4" marL="2286000" marR="0" rtl="0" algn="l">
              <a:lnSpc>
                <a:spcPct val="90000"/>
              </a:lnSpc>
              <a:spcBef>
                <a:spcPts val="551"/>
              </a:spcBef>
              <a:spcAft>
                <a:spcPts val="0"/>
              </a:spcAft>
              <a:buClr>
                <a:schemeClr val="dk1"/>
              </a:buClr>
              <a:buSzPts val="1984"/>
              <a:buFont typeface="Arial"/>
              <a:buChar char="•"/>
              <a:defRPr b="0" i="0" sz="1984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5pPr>
            <a:lvl6pPr indent="-354583" lvl="5" marL="2743200" marR="0" rtl="0" algn="l">
              <a:lnSpc>
                <a:spcPct val="90000"/>
              </a:lnSpc>
              <a:spcBef>
                <a:spcPts val="551"/>
              </a:spcBef>
              <a:spcAft>
                <a:spcPts val="0"/>
              </a:spcAft>
              <a:buClr>
                <a:schemeClr val="dk1"/>
              </a:buClr>
              <a:buSzPts val="1984"/>
              <a:buFont typeface="Arial"/>
              <a:buChar char="•"/>
              <a:defRPr b="0" i="0" sz="1984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6pPr>
            <a:lvl7pPr indent="-354583" lvl="6" marL="3200400" marR="0" rtl="0" algn="l">
              <a:lnSpc>
                <a:spcPct val="90000"/>
              </a:lnSpc>
              <a:spcBef>
                <a:spcPts val="551"/>
              </a:spcBef>
              <a:spcAft>
                <a:spcPts val="0"/>
              </a:spcAft>
              <a:buClr>
                <a:schemeClr val="dk1"/>
              </a:buClr>
              <a:buSzPts val="1984"/>
              <a:buFont typeface="Arial"/>
              <a:buChar char="•"/>
              <a:defRPr b="0" i="0" sz="1984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7pPr>
            <a:lvl8pPr indent="-354584" lvl="7" marL="3657600" marR="0" rtl="0" algn="l">
              <a:lnSpc>
                <a:spcPct val="90000"/>
              </a:lnSpc>
              <a:spcBef>
                <a:spcPts val="551"/>
              </a:spcBef>
              <a:spcAft>
                <a:spcPts val="0"/>
              </a:spcAft>
              <a:buClr>
                <a:schemeClr val="dk1"/>
              </a:buClr>
              <a:buSzPts val="1984"/>
              <a:buFont typeface="Arial"/>
              <a:buChar char="•"/>
              <a:defRPr b="0" i="0" sz="1984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8pPr>
            <a:lvl9pPr indent="-354584" lvl="8" marL="4114800" marR="0" rtl="0" algn="l">
              <a:lnSpc>
                <a:spcPct val="90000"/>
              </a:lnSpc>
              <a:spcBef>
                <a:spcPts val="551"/>
              </a:spcBef>
              <a:spcAft>
                <a:spcPts val="0"/>
              </a:spcAft>
              <a:buClr>
                <a:schemeClr val="dk1"/>
              </a:buClr>
              <a:buSzPts val="1984"/>
              <a:buFont typeface="Arial"/>
              <a:buChar char="•"/>
              <a:defRPr b="0" i="0" sz="1984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9pPr>
          </a:lstStyle>
          <a:p/>
        </p:txBody>
      </p:sp>
      <p:sp>
        <p:nvSpPr>
          <p:cNvPr id="12" name="Google Shape;12;p14"/>
          <p:cNvSpPr txBox="1"/>
          <p:nvPr>
            <p:ph idx="10" type="dt"/>
          </p:nvPr>
        </p:nvSpPr>
        <p:spPr>
          <a:xfrm>
            <a:off x="735062" y="7006700"/>
            <a:ext cx="2405658" cy="40248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323" u="none" cap="none" strike="noStrike">
                <a:solidFill>
                  <a:srgbClr val="888888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9pPr>
          </a:lstStyle>
          <a:p/>
        </p:txBody>
      </p:sp>
      <p:sp>
        <p:nvSpPr>
          <p:cNvPr id="13" name="Google Shape;13;p14"/>
          <p:cNvSpPr txBox="1"/>
          <p:nvPr>
            <p:ph idx="11" type="ftr"/>
          </p:nvPr>
        </p:nvSpPr>
        <p:spPr>
          <a:xfrm>
            <a:off x="3541663" y="7006700"/>
            <a:ext cx="3608487" cy="40248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323" u="none" cap="none" strike="noStrike">
                <a:solidFill>
                  <a:srgbClr val="888888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9pPr>
          </a:lstStyle>
          <a:p/>
        </p:txBody>
      </p:sp>
      <p:sp>
        <p:nvSpPr>
          <p:cNvPr id="14" name="Google Shape;14;p14"/>
          <p:cNvSpPr txBox="1"/>
          <p:nvPr>
            <p:ph idx="12" type="sldNum"/>
          </p:nvPr>
        </p:nvSpPr>
        <p:spPr>
          <a:xfrm>
            <a:off x="7551093" y="7006700"/>
            <a:ext cx="2405658" cy="40248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23"/>
              <a:buFont typeface="Arial"/>
              <a:buNone/>
              <a:defRPr b="0" i="0" sz="1323" u="none" cap="none" strike="noStrike">
                <a:solidFill>
                  <a:srgbClr val="888888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23"/>
              <a:buFont typeface="Arial"/>
              <a:buNone/>
              <a:defRPr b="0" i="0" sz="1323" u="none" cap="none" strike="noStrike">
                <a:solidFill>
                  <a:srgbClr val="888888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23"/>
              <a:buFont typeface="Arial"/>
              <a:buNone/>
              <a:defRPr b="0" i="0" sz="1323" u="none" cap="none" strike="noStrike">
                <a:solidFill>
                  <a:srgbClr val="888888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23"/>
              <a:buFont typeface="Arial"/>
              <a:buNone/>
              <a:defRPr b="0" i="0" sz="1323" u="none" cap="none" strike="noStrike">
                <a:solidFill>
                  <a:srgbClr val="888888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23"/>
              <a:buFont typeface="Arial"/>
              <a:buNone/>
              <a:defRPr b="0" i="0" sz="1323" u="none" cap="none" strike="noStrike">
                <a:solidFill>
                  <a:srgbClr val="888888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23"/>
              <a:buFont typeface="Arial"/>
              <a:buNone/>
              <a:defRPr b="0" i="0" sz="1323" u="none" cap="none" strike="noStrike">
                <a:solidFill>
                  <a:srgbClr val="888888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23"/>
              <a:buFont typeface="Arial"/>
              <a:buNone/>
              <a:defRPr b="0" i="0" sz="1323" u="none" cap="none" strike="noStrike">
                <a:solidFill>
                  <a:srgbClr val="888888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23"/>
              <a:buFont typeface="Arial"/>
              <a:buNone/>
              <a:defRPr b="0" i="0" sz="1323" u="none" cap="none" strike="noStrike">
                <a:solidFill>
                  <a:srgbClr val="888888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23"/>
              <a:buFont typeface="Arial"/>
              <a:buNone/>
              <a:defRPr b="0" i="0" sz="1323" u="none" cap="none" strike="noStrike">
                <a:solidFill>
                  <a:srgbClr val="888888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ja-JP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.png"/><Relationship Id="rId4" Type="http://schemas.openxmlformats.org/officeDocument/2006/relationships/image" Target="../media/image1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5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4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6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8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1"/>
          <p:cNvSpPr txBox="1"/>
          <p:nvPr/>
        </p:nvSpPr>
        <p:spPr>
          <a:xfrm>
            <a:off x="640042" y="1077144"/>
            <a:ext cx="9642474" cy="60016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ja-JP" sz="2400" u="none" cap="none" strike="noStrike">
                <a:solidFill>
                  <a:schemeClr val="dk1"/>
                </a:solidFill>
                <a:latin typeface="Meiryo"/>
                <a:ea typeface="Meiryo"/>
                <a:cs typeface="Meiryo"/>
                <a:sym typeface="Meiryo"/>
              </a:rPr>
              <a:t>デジタル学園祭</a:t>
            </a:r>
            <a:endParaRPr b="0" i="0" sz="2400" u="none" cap="none" strike="noStrike">
              <a:solidFill>
                <a:schemeClr val="dk1"/>
              </a:solidFill>
              <a:latin typeface="Meiryo"/>
              <a:ea typeface="Meiryo"/>
              <a:cs typeface="Meiryo"/>
              <a:sym typeface="Meiryo"/>
            </a:endParaRPr>
          </a:p>
        </p:txBody>
      </p:sp>
      <p:pic>
        <p:nvPicPr>
          <p:cNvPr id="40" name="Google Shape;40;p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443463" y="6687671"/>
            <a:ext cx="1272345" cy="563169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41" name="Google Shape;41;p1"/>
          <p:cNvCxnSpPr/>
          <p:nvPr/>
        </p:nvCxnSpPr>
        <p:spPr>
          <a:xfrm>
            <a:off x="509073" y="870346"/>
            <a:ext cx="9673665" cy="0"/>
          </a:xfrm>
          <a:prstGeom prst="straightConnector1">
            <a:avLst/>
          </a:prstGeom>
          <a:noFill/>
          <a:ln cap="flat" cmpd="sng" w="34925">
            <a:solidFill>
              <a:srgbClr val="FFC000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42" name="Google Shape;42;p1"/>
          <p:cNvCxnSpPr/>
          <p:nvPr/>
        </p:nvCxnSpPr>
        <p:spPr>
          <a:xfrm>
            <a:off x="509073" y="3090765"/>
            <a:ext cx="9673665" cy="0"/>
          </a:xfrm>
          <a:prstGeom prst="straightConnector1">
            <a:avLst/>
          </a:prstGeom>
          <a:noFill/>
          <a:ln cap="flat" cmpd="sng" w="34925">
            <a:solidFill>
              <a:srgbClr val="FFC000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43" name="Google Shape;43;p1"/>
          <p:cNvSpPr txBox="1"/>
          <p:nvPr/>
        </p:nvSpPr>
        <p:spPr>
          <a:xfrm>
            <a:off x="640042" y="1677308"/>
            <a:ext cx="9642474" cy="113877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400"/>
              <a:buFont typeface="Arial"/>
              <a:buNone/>
            </a:pPr>
            <a:r>
              <a:rPr b="1" i="0" lang="ja-JP" sz="3400" u="none" cap="none" strike="noStrike">
                <a:solidFill>
                  <a:schemeClr val="dk1"/>
                </a:solidFill>
                <a:latin typeface="Meiryo"/>
                <a:ea typeface="Meiryo"/>
                <a:cs typeface="Meiryo"/>
                <a:sym typeface="Meiryo"/>
              </a:rPr>
              <a:t>第３回「全国情報教育コンテスト」</a:t>
            </a:r>
            <a:endParaRPr b="1" i="0" sz="3400" u="none" cap="none" strike="noStrike">
              <a:solidFill>
                <a:schemeClr val="dk1"/>
              </a:solidFill>
              <a:latin typeface="Meiryo"/>
              <a:ea typeface="Meiryo"/>
              <a:cs typeface="Meiryo"/>
              <a:sym typeface="Meiryo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400"/>
              <a:buFont typeface="Arial"/>
              <a:buNone/>
            </a:pPr>
            <a:r>
              <a:rPr b="1" i="0" lang="ja-JP" sz="3400" u="none" cap="none" strike="noStrike">
                <a:solidFill>
                  <a:schemeClr val="dk1"/>
                </a:solidFill>
                <a:latin typeface="Meiryo"/>
                <a:ea typeface="Meiryo"/>
                <a:cs typeface="Meiryo"/>
                <a:sym typeface="Meiryo"/>
              </a:rPr>
              <a:t>−応募用紙−</a:t>
            </a:r>
            <a:endParaRPr b="1" i="0" sz="3400" u="none" cap="none" strike="noStrike">
              <a:solidFill>
                <a:schemeClr val="dk1"/>
              </a:solidFill>
              <a:latin typeface="Meiryo"/>
              <a:ea typeface="Meiryo"/>
              <a:cs typeface="Meiryo"/>
              <a:sym typeface="Meiryo"/>
            </a:endParaRPr>
          </a:p>
        </p:txBody>
      </p:sp>
      <p:pic>
        <p:nvPicPr>
          <p:cNvPr id="44" name="Google Shape;44;p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716010" y="6613207"/>
            <a:ext cx="1384907" cy="581343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45" name="Google Shape;45;p1"/>
          <p:cNvGraphicFramePr/>
          <p:nvPr/>
        </p:nvGraphicFramePr>
        <p:xfrm>
          <a:off x="640042" y="4090706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{C69E9D2D-6AD4-4C72-932C-DD0CD8AAB81B}</a:tableStyleId>
              </a:tblPr>
              <a:tblGrid>
                <a:gridCol w="2704325"/>
                <a:gridCol w="6838350"/>
              </a:tblGrid>
              <a:tr h="4200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1" lang="ja-JP" sz="1400" u="none" cap="none" strike="noStrike">
                          <a:solidFill>
                            <a:schemeClr val="dk1"/>
                          </a:solidFill>
                          <a:latin typeface="Meiryo"/>
                          <a:ea typeface="Meiryo"/>
                          <a:cs typeface="Meiryo"/>
                          <a:sym typeface="Meiryo"/>
                        </a:rPr>
                        <a:t>作品タイトル</a:t>
                      </a:r>
                      <a:endParaRPr b="1" sz="1400" u="none" cap="none" strike="noStrike">
                        <a:solidFill>
                          <a:schemeClr val="dk1"/>
                        </a:solidFill>
                        <a:latin typeface="Meiryo"/>
                        <a:ea typeface="Meiryo"/>
                        <a:cs typeface="Meiryo"/>
                        <a:sym typeface="Meiryo"/>
                      </a:endParaRPr>
                    </a:p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b="1" lang="ja-JP" sz="900" u="none" cap="none" strike="noStrike">
                          <a:solidFill>
                            <a:schemeClr val="dk1"/>
                          </a:solidFill>
                          <a:latin typeface="Meiryo"/>
                          <a:ea typeface="Meiryo"/>
                          <a:cs typeface="Meiryo"/>
                          <a:sym typeface="Meiryo"/>
                        </a:rPr>
                        <a:t>※入賞の場合WEBサイトに公開されます</a:t>
                      </a:r>
                      <a:endParaRPr b="1" sz="900" u="none" cap="none" strike="noStrike">
                        <a:solidFill>
                          <a:schemeClr val="dk1"/>
                        </a:solidFill>
                        <a:latin typeface="Meiryo"/>
                        <a:ea typeface="Meiryo"/>
                        <a:cs typeface="Meiryo"/>
                        <a:sym typeface="Meiryo"/>
                      </a:endParaRPr>
                    </a:p>
                  </a:txBody>
                  <a:tcPr marT="45725" marB="45725" marR="91450" marL="91450" anchor="ctr">
                    <a:lnL cap="flat" cmpd="sng" w="57150">
                      <a:solidFill>
                        <a:schemeClr val="accen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accen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57150">
                      <a:solidFill>
                        <a:schemeClr val="accen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ja-JP">
                          <a:latin typeface="Meiryo"/>
                          <a:ea typeface="Meiryo"/>
                          <a:cs typeface="Meiryo"/>
                          <a:sym typeface="Meiryo"/>
                        </a:rPr>
                        <a:t>圧勝面接</a:t>
                      </a:r>
                      <a:endParaRPr sz="1400" u="none" cap="none" strike="noStrike">
                        <a:solidFill>
                          <a:schemeClr val="dk1"/>
                        </a:solidFill>
                        <a:latin typeface="Meiryo"/>
                        <a:ea typeface="Meiryo"/>
                        <a:cs typeface="Meiryo"/>
                        <a:sym typeface="Meiryo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accen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57150">
                      <a:solidFill>
                        <a:schemeClr val="accen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57150">
                      <a:solidFill>
                        <a:schemeClr val="accen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accen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213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1" lang="ja-JP" sz="1400" u="none" cap="none" strike="noStrike">
                          <a:solidFill>
                            <a:schemeClr val="dk1"/>
                          </a:solidFill>
                          <a:latin typeface="Meiryo"/>
                          <a:ea typeface="Meiryo"/>
                          <a:cs typeface="Meiryo"/>
                          <a:sym typeface="Meiryo"/>
                        </a:rPr>
                        <a:t>チーム名（または名称）</a:t>
                      </a:r>
                      <a:endParaRPr b="1" sz="1400" u="none" cap="none" strike="noStrike">
                        <a:solidFill>
                          <a:schemeClr val="dk1"/>
                        </a:solidFill>
                        <a:latin typeface="Meiryo"/>
                        <a:ea typeface="Meiryo"/>
                        <a:cs typeface="Meiryo"/>
                        <a:sym typeface="Meiryo"/>
                      </a:endParaRPr>
                    </a:p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b="1" lang="ja-JP" sz="1000" u="none" cap="none" strike="noStrike">
                          <a:solidFill>
                            <a:schemeClr val="dk1"/>
                          </a:solidFill>
                          <a:latin typeface="Meiryo"/>
                          <a:ea typeface="Meiryo"/>
                          <a:cs typeface="Meiryo"/>
                          <a:sym typeface="Meiryo"/>
                        </a:rPr>
                        <a:t>※入賞の場合WEBサイトに公開されます</a:t>
                      </a:r>
                      <a:endParaRPr b="1" sz="1000" u="none" cap="none" strike="noStrike">
                        <a:solidFill>
                          <a:schemeClr val="dk1"/>
                        </a:solidFill>
                        <a:latin typeface="Meiryo"/>
                        <a:ea typeface="Meiryo"/>
                        <a:cs typeface="Meiryo"/>
                        <a:sym typeface="Meiryo"/>
                      </a:endParaRPr>
                    </a:p>
                  </a:txBody>
                  <a:tcPr marT="45725" marB="45725" marR="91450" marL="91450" anchor="ctr">
                    <a:lnL cap="flat" cmpd="sng" w="57150">
                      <a:solidFill>
                        <a:schemeClr val="accen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accen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ja-JP">
                          <a:solidFill>
                            <a:srgbClr val="7F7F7F"/>
                          </a:solidFill>
                          <a:latin typeface="Meiryo"/>
                          <a:ea typeface="Meiryo"/>
                          <a:cs typeface="Meiryo"/>
                          <a:sym typeface="Meiryo"/>
                        </a:rPr>
                        <a:t>STEM</a:t>
                      </a:r>
                      <a:r>
                        <a:rPr lang="ja-JP">
                          <a:solidFill>
                            <a:srgbClr val="7F7F7F"/>
                          </a:solidFill>
                          <a:latin typeface="Meiryo"/>
                          <a:ea typeface="Meiryo"/>
                          <a:cs typeface="Meiryo"/>
                          <a:sym typeface="Meiryo"/>
                        </a:rPr>
                        <a:t>ASK</a:t>
                      </a:r>
                      <a:endParaRPr sz="1400" u="none" cap="none" strike="noStrike">
                        <a:solidFill>
                          <a:srgbClr val="7F7F7F"/>
                        </a:solidFill>
                        <a:latin typeface="Meiryo"/>
                        <a:ea typeface="Meiryo"/>
                        <a:cs typeface="Meiryo"/>
                        <a:sym typeface="Meiryo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accen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57150">
                      <a:solidFill>
                        <a:schemeClr val="accen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accen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accen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555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Meiryo"/>
                        <a:buNone/>
                      </a:pPr>
                      <a:r>
                        <a:rPr b="1" lang="ja-JP" sz="1400" u="none" cap="none" strike="noStrike">
                          <a:solidFill>
                            <a:schemeClr val="dk1"/>
                          </a:solidFill>
                          <a:latin typeface="Meiryo"/>
                          <a:ea typeface="Meiryo"/>
                          <a:cs typeface="Meiryo"/>
                          <a:sym typeface="Meiryo"/>
                        </a:rPr>
                        <a:t>応募代表者名</a:t>
                      </a:r>
                      <a:endParaRPr b="1" sz="1400" u="none" cap="none" strike="noStrike">
                        <a:solidFill>
                          <a:schemeClr val="dk1"/>
                        </a:solidFill>
                        <a:latin typeface="Meiryo"/>
                        <a:ea typeface="Meiryo"/>
                        <a:cs typeface="Meiryo"/>
                        <a:sym typeface="Meiryo"/>
                      </a:endParaRPr>
                    </a:p>
                  </a:txBody>
                  <a:tcPr marT="45725" marB="45725" marR="91450" marL="91450" anchor="ctr">
                    <a:lnL cap="flat" cmpd="sng" w="57150">
                      <a:solidFill>
                        <a:schemeClr val="accen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accen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ja-JP">
                          <a:latin typeface="Meiryo"/>
                          <a:ea typeface="Meiryo"/>
                          <a:cs typeface="Meiryo"/>
                          <a:sym typeface="Meiryo"/>
                        </a:rPr>
                        <a:t>小林 愛佳</a:t>
                      </a:r>
                      <a:endParaRPr sz="1400" u="none" cap="none" strike="noStrike">
                        <a:solidFill>
                          <a:schemeClr val="dk1"/>
                        </a:solidFill>
                        <a:latin typeface="Meiryo"/>
                        <a:ea typeface="Meiryo"/>
                        <a:cs typeface="Meiryo"/>
                        <a:sym typeface="Meiryo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accen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57150">
                      <a:solidFill>
                        <a:schemeClr val="accen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accen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accen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244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Meiryo"/>
                        <a:buNone/>
                      </a:pPr>
                      <a:r>
                        <a:rPr b="1" lang="ja-JP" sz="1400" u="none" cap="none" strike="noStrike">
                          <a:solidFill>
                            <a:schemeClr val="dk1"/>
                          </a:solidFill>
                          <a:latin typeface="Meiryo"/>
                          <a:ea typeface="Meiryo"/>
                          <a:cs typeface="Meiryo"/>
                          <a:sym typeface="Meiryo"/>
                        </a:rPr>
                        <a:t>チームメンバー</a:t>
                      </a:r>
                      <a:endParaRPr b="1" sz="1400" u="none" cap="none" strike="noStrike">
                        <a:solidFill>
                          <a:schemeClr val="dk1"/>
                        </a:solidFill>
                        <a:latin typeface="Meiryo"/>
                        <a:ea typeface="Meiryo"/>
                        <a:cs typeface="Meiryo"/>
                        <a:sym typeface="Meiryo"/>
                      </a:endParaRPr>
                    </a:p>
                  </a:txBody>
                  <a:tcPr marT="45725" marB="45725" marR="91450" marL="91450" anchor="ctr">
                    <a:lnL cap="flat" cmpd="sng" w="57150">
                      <a:solidFill>
                        <a:schemeClr val="accen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accen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57150">
                      <a:solidFill>
                        <a:schemeClr val="accen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ja-JP">
                          <a:latin typeface="Meiryo"/>
                          <a:ea typeface="Meiryo"/>
                          <a:cs typeface="Meiryo"/>
                          <a:sym typeface="Meiryo"/>
                        </a:rPr>
                        <a:t>米川 明希</a:t>
                      </a:r>
                      <a:endParaRPr sz="1400" u="none" cap="none" strike="noStrike">
                        <a:solidFill>
                          <a:schemeClr val="dk1"/>
                        </a:solidFill>
                        <a:latin typeface="Meiryo"/>
                        <a:ea typeface="Meiryo"/>
                        <a:cs typeface="Meiryo"/>
                        <a:sym typeface="Meiryo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accen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57150">
                      <a:solidFill>
                        <a:schemeClr val="accen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accen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57150">
                      <a:solidFill>
                        <a:schemeClr val="accen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46" name="Google Shape;46;p1"/>
          <p:cNvSpPr txBox="1"/>
          <p:nvPr/>
        </p:nvSpPr>
        <p:spPr>
          <a:xfrm>
            <a:off x="640042" y="3762157"/>
            <a:ext cx="5344668" cy="3077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ja-JP" sz="1400" u="none" cap="none" strike="noStrike">
                <a:solidFill>
                  <a:schemeClr val="dk1"/>
                </a:solidFill>
                <a:latin typeface="Meiryo"/>
                <a:ea typeface="Meiryo"/>
                <a:cs typeface="Meiryo"/>
                <a:sym typeface="Meiryo"/>
              </a:rPr>
              <a:t>■基本情報（必須）</a:t>
            </a:r>
            <a:endParaRPr b="1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7" name="Google Shape;47;p1"/>
          <p:cNvSpPr txBox="1"/>
          <p:nvPr/>
        </p:nvSpPr>
        <p:spPr>
          <a:xfrm>
            <a:off x="672115" y="5992968"/>
            <a:ext cx="9542696" cy="44242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ja-JP" sz="1400" u="none" cap="none" strike="noStrike">
                <a:solidFill>
                  <a:schemeClr val="dk1"/>
                </a:solidFill>
                <a:latin typeface="Meiryo"/>
                <a:ea typeface="Meiryo"/>
                <a:cs typeface="Meiryo"/>
                <a:sym typeface="Meiryo"/>
              </a:rPr>
              <a:t>※任意と明記された箇所以外は漏れなく記入してください。記載内容が不足している場合、作品を審査対象外とさせていただくことがあります。</a:t>
            </a:r>
            <a:endParaRPr b="0" i="0" sz="3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p18"/>
          <p:cNvSpPr txBox="1"/>
          <p:nvPr>
            <p:ph idx="12" type="sldNum"/>
          </p:nvPr>
        </p:nvSpPr>
        <p:spPr>
          <a:xfrm>
            <a:off x="3974306" y="714883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</a:pPr>
            <a:fld id="{00000000-1234-1234-1234-123412341234}" type="slidenum">
              <a:rPr lang="ja-JP"/>
              <a:t>‹#›</a:t>
            </a:fld>
            <a:endParaRPr/>
          </a:p>
        </p:txBody>
      </p:sp>
      <p:sp>
        <p:nvSpPr>
          <p:cNvPr id="53" name="Google Shape;53;p18"/>
          <p:cNvSpPr txBox="1"/>
          <p:nvPr/>
        </p:nvSpPr>
        <p:spPr>
          <a:xfrm>
            <a:off x="393700" y="276225"/>
            <a:ext cx="7223252" cy="25775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1425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ja-JP" sz="1600" u="none" cap="none" strike="noStrike">
                <a:solidFill>
                  <a:schemeClr val="dk1"/>
                </a:solidFill>
                <a:latin typeface="Meiryo"/>
                <a:ea typeface="Meiryo"/>
                <a:cs typeface="Meiryo"/>
                <a:sym typeface="Meiryo"/>
              </a:rPr>
              <a:t>作品概要　</a:t>
            </a:r>
            <a:endParaRPr b="1" i="0" sz="1600" u="none" cap="none" strike="noStrike">
              <a:solidFill>
                <a:schemeClr val="dk1"/>
              </a:solidFill>
              <a:latin typeface="Meiryo"/>
              <a:ea typeface="Meiryo"/>
              <a:cs typeface="Meiryo"/>
              <a:sym typeface="Meiryo"/>
            </a:endParaRPr>
          </a:p>
        </p:txBody>
      </p:sp>
      <p:sp>
        <p:nvSpPr>
          <p:cNvPr id="54" name="Google Shape;54;p18"/>
          <p:cNvSpPr/>
          <p:nvPr/>
        </p:nvSpPr>
        <p:spPr>
          <a:xfrm>
            <a:off x="393700" y="1097915"/>
            <a:ext cx="9966452" cy="776605"/>
          </a:xfrm>
          <a:prstGeom prst="roundRect">
            <a:avLst>
              <a:gd fmla="val 19022" name="adj"/>
            </a:avLst>
          </a:prstGeom>
          <a:solidFill>
            <a:srgbClr val="F9FAFB"/>
          </a:solidFill>
          <a:ln cap="flat" cmpd="sng" w="25400">
            <a:solidFill>
              <a:srgbClr val="F2F2F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5" name="Google Shape;55;p18"/>
          <p:cNvSpPr txBox="1"/>
          <p:nvPr/>
        </p:nvSpPr>
        <p:spPr>
          <a:xfrm>
            <a:off x="539496" y="1154646"/>
            <a:ext cx="3730752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ja-JP" sz="1200" u="none" cap="none" strike="noStrike">
                <a:solidFill>
                  <a:srgbClr val="000000"/>
                </a:solidFill>
                <a:latin typeface="Meiryo"/>
                <a:ea typeface="Meiryo"/>
                <a:cs typeface="Meiryo"/>
                <a:sym typeface="Meiryo"/>
              </a:rPr>
              <a:t>①一言キャッチ【必須】</a:t>
            </a:r>
            <a:endParaRPr b="1" i="0" sz="1200" u="none" cap="none" strike="noStrike">
              <a:solidFill>
                <a:srgbClr val="000000"/>
              </a:solidFill>
              <a:latin typeface="Meiryo"/>
              <a:ea typeface="Meiryo"/>
              <a:cs typeface="Meiryo"/>
              <a:sym typeface="Meiry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i="0" sz="1200" u="none" cap="none" strike="noStrike">
              <a:solidFill>
                <a:srgbClr val="000000"/>
              </a:solidFill>
              <a:latin typeface="Meiryo"/>
              <a:ea typeface="Meiryo"/>
              <a:cs typeface="Meiryo"/>
              <a:sym typeface="Meiryo"/>
            </a:endParaRPr>
          </a:p>
        </p:txBody>
      </p:sp>
      <p:sp>
        <p:nvSpPr>
          <p:cNvPr id="56" name="Google Shape;56;p18"/>
          <p:cNvSpPr txBox="1"/>
          <p:nvPr/>
        </p:nvSpPr>
        <p:spPr>
          <a:xfrm>
            <a:off x="535178" y="1486217"/>
            <a:ext cx="9683400" cy="276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ja-JP" sz="1200">
                <a:latin typeface="Meiryo"/>
                <a:ea typeface="Meiryo"/>
                <a:cs typeface="Meiryo"/>
                <a:sym typeface="Meiryo"/>
              </a:rPr>
              <a:t>AI音声分析で面接力を可視化し、教師と生徒の練習を支援する完全無料ツール</a:t>
            </a:r>
            <a:endParaRPr b="0" i="0" sz="1200" u="none" cap="none" strike="noStrike">
              <a:solidFill>
                <a:srgbClr val="000000"/>
              </a:solidFill>
              <a:latin typeface="Meiryo"/>
              <a:ea typeface="Meiryo"/>
              <a:cs typeface="Meiryo"/>
              <a:sym typeface="Meiryo"/>
            </a:endParaRPr>
          </a:p>
        </p:txBody>
      </p:sp>
      <p:sp>
        <p:nvSpPr>
          <p:cNvPr id="57" name="Google Shape;57;p18"/>
          <p:cNvSpPr/>
          <p:nvPr/>
        </p:nvSpPr>
        <p:spPr>
          <a:xfrm>
            <a:off x="393700" y="1996070"/>
            <a:ext cx="5604764" cy="1277482"/>
          </a:xfrm>
          <a:prstGeom prst="roundRect">
            <a:avLst>
              <a:gd fmla="val 11129" name="adj"/>
            </a:avLst>
          </a:prstGeom>
          <a:solidFill>
            <a:srgbClr val="F9FAFB"/>
          </a:solidFill>
          <a:ln cap="flat" cmpd="sng" w="25400">
            <a:solidFill>
              <a:srgbClr val="F2F2F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8" name="Google Shape;58;p18"/>
          <p:cNvSpPr txBox="1"/>
          <p:nvPr/>
        </p:nvSpPr>
        <p:spPr>
          <a:xfrm>
            <a:off x="539496" y="2108791"/>
            <a:ext cx="3730752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ja-JP" sz="1200" u="none" cap="none" strike="noStrike">
                <a:solidFill>
                  <a:srgbClr val="000000"/>
                </a:solidFill>
                <a:latin typeface="Meiryo"/>
                <a:ea typeface="Meiryo"/>
                <a:cs typeface="Meiryo"/>
                <a:sym typeface="Meiryo"/>
              </a:rPr>
              <a:t>②解決したい課題【必須】</a:t>
            </a:r>
            <a:endParaRPr b="1" i="0" sz="1200" u="none" cap="none" strike="noStrike">
              <a:solidFill>
                <a:srgbClr val="000000"/>
              </a:solidFill>
              <a:latin typeface="Meiryo"/>
              <a:ea typeface="Meiryo"/>
              <a:cs typeface="Meiryo"/>
              <a:sym typeface="Meiry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i="0" sz="1200" u="none" cap="none" strike="noStrike">
              <a:solidFill>
                <a:srgbClr val="000000"/>
              </a:solidFill>
              <a:latin typeface="Meiryo"/>
              <a:ea typeface="Meiryo"/>
              <a:cs typeface="Meiryo"/>
              <a:sym typeface="Meiryo"/>
            </a:endParaRPr>
          </a:p>
        </p:txBody>
      </p:sp>
      <p:sp>
        <p:nvSpPr>
          <p:cNvPr id="59" name="Google Shape;59;p18"/>
          <p:cNvSpPr txBox="1"/>
          <p:nvPr/>
        </p:nvSpPr>
        <p:spPr>
          <a:xfrm>
            <a:off x="592266" y="2380553"/>
            <a:ext cx="3730800" cy="1015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171450" lvl="0" marL="1714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Char char="•"/>
            </a:pPr>
            <a:r>
              <a:rPr lang="ja-JP" sz="1200">
                <a:latin typeface="Meiryo"/>
                <a:ea typeface="Meiryo"/>
                <a:cs typeface="Meiryo"/>
                <a:sym typeface="Meiryo"/>
              </a:rPr>
              <a:t>面接練習において、教師が生徒の話し方や表現力を客観的に評価・フィードバックすることが困難で、改善ポイントが主観的になりやすい。</a:t>
            </a:r>
            <a:endParaRPr/>
          </a:p>
          <a:p>
            <a:pPr indent="-171450" lvl="0" marL="1714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Char char="•"/>
            </a:pPr>
            <a:r>
              <a:rPr lang="ja-JP" sz="1200">
                <a:latin typeface="Meiryo"/>
                <a:ea typeface="Meiryo"/>
                <a:cs typeface="Meiryo"/>
                <a:sym typeface="Meiryo"/>
              </a:rPr>
              <a:t>面接練習後に自分で振り返る際、定量的なデータがあるとよい</a:t>
            </a:r>
            <a:endParaRPr b="0" i="0" sz="1200" u="none" cap="none" strike="noStrike">
              <a:solidFill>
                <a:srgbClr val="000000"/>
              </a:solidFill>
              <a:latin typeface="Meiryo"/>
              <a:ea typeface="Meiryo"/>
              <a:cs typeface="Meiryo"/>
              <a:sym typeface="Meiryo"/>
            </a:endParaRPr>
          </a:p>
        </p:txBody>
      </p:sp>
      <p:sp>
        <p:nvSpPr>
          <p:cNvPr id="60" name="Google Shape;60;p18"/>
          <p:cNvSpPr/>
          <p:nvPr/>
        </p:nvSpPr>
        <p:spPr>
          <a:xfrm>
            <a:off x="6291580" y="2042095"/>
            <a:ext cx="4068572" cy="1277482"/>
          </a:xfrm>
          <a:prstGeom prst="roundRect">
            <a:avLst>
              <a:gd fmla="val 11129" name="adj"/>
            </a:avLst>
          </a:prstGeom>
          <a:solidFill>
            <a:srgbClr val="F9FAFB"/>
          </a:solidFill>
          <a:ln cap="flat" cmpd="sng" w="25400">
            <a:solidFill>
              <a:srgbClr val="F2F2F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1" name="Google Shape;61;p18"/>
          <p:cNvSpPr txBox="1"/>
          <p:nvPr/>
        </p:nvSpPr>
        <p:spPr>
          <a:xfrm>
            <a:off x="6437376" y="2154816"/>
            <a:ext cx="3730752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ja-JP" sz="1200" u="none" cap="none" strike="noStrike">
                <a:solidFill>
                  <a:srgbClr val="000000"/>
                </a:solidFill>
                <a:latin typeface="Meiryo"/>
                <a:ea typeface="Meiryo"/>
                <a:cs typeface="Meiryo"/>
                <a:sym typeface="Meiryo"/>
              </a:rPr>
              <a:t>③主な利用者（ターゲット）【必須】</a:t>
            </a:r>
            <a:endParaRPr b="1" i="0" sz="1200" u="none" cap="none" strike="noStrike">
              <a:solidFill>
                <a:srgbClr val="000000"/>
              </a:solidFill>
              <a:latin typeface="Meiryo"/>
              <a:ea typeface="Meiryo"/>
              <a:cs typeface="Meiryo"/>
              <a:sym typeface="Meiry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i="0" sz="1200" u="none" cap="none" strike="noStrike">
              <a:solidFill>
                <a:srgbClr val="000000"/>
              </a:solidFill>
              <a:latin typeface="Meiryo"/>
              <a:ea typeface="Meiryo"/>
              <a:cs typeface="Meiryo"/>
              <a:sym typeface="Meiryo"/>
            </a:endParaRPr>
          </a:p>
        </p:txBody>
      </p:sp>
      <p:sp>
        <p:nvSpPr>
          <p:cNvPr id="62" name="Google Shape;62;p18"/>
          <p:cNvSpPr txBox="1"/>
          <p:nvPr/>
        </p:nvSpPr>
        <p:spPr>
          <a:xfrm>
            <a:off x="6490150" y="2475869"/>
            <a:ext cx="37308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171450" lvl="0" marL="1714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Char char="•"/>
            </a:pPr>
            <a:r>
              <a:rPr lang="ja-JP" sz="1200">
                <a:latin typeface="Meiryo"/>
                <a:ea typeface="Meiryo"/>
                <a:cs typeface="Meiryo"/>
                <a:sym typeface="Meiryo"/>
              </a:rPr>
              <a:t> 高校・大学の進路指導教員</a:t>
            </a:r>
            <a:endParaRPr sz="1200">
              <a:latin typeface="Meiryo"/>
              <a:ea typeface="Meiryo"/>
              <a:cs typeface="Meiryo"/>
              <a:sym typeface="Meiryo"/>
            </a:endParaRPr>
          </a:p>
          <a:p>
            <a:pPr indent="-171450" lvl="0" marL="1714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Char char="•"/>
            </a:pPr>
            <a:r>
              <a:rPr lang="ja-JP" sz="1200">
                <a:latin typeface="Meiryo"/>
                <a:ea typeface="Meiryo"/>
                <a:cs typeface="Meiryo"/>
                <a:sym typeface="Meiryo"/>
              </a:rPr>
              <a:t> 就職・受験を控えた生徒・学生</a:t>
            </a:r>
            <a:endParaRPr sz="1200">
              <a:latin typeface="Meiryo"/>
              <a:ea typeface="Meiryo"/>
              <a:cs typeface="Meiryo"/>
              <a:sym typeface="Meiryo"/>
            </a:endParaRPr>
          </a:p>
          <a:p>
            <a:pPr indent="-171450" lvl="0" marL="1714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Char char="•"/>
            </a:pPr>
            <a:r>
              <a:rPr lang="ja-JP" sz="1200">
                <a:latin typeface="Meiryo"/>
                <a:ea typeface="Meiryo"/>
                <a:cs typeface="Meiryo"/>
                <a:sym typeface="Meiryo"/>
              </a:rPr>
              <a:t> 面接練習をサポートする保護者</a:t>
            </a:r>
            <a:r>
              <a:rPr b="0" i="0" lang="ja-JP" sz="1200" u="none" cap="none" strike="noStrike">
                <a:solidFill>
                  <a:srgbClr val="000000"/>
                </a:solidFill>
                <a:latin typeface="Meiryo"/>
                <a:ea typeface="Meiryo"/>
                <a:cs typeface="Meiryo"/>
                <a:sym typeface="Meiryo"/>
              </a:rPr>
              <a:t>。</a:t>
            </a:r>
            <a:endParaRPr b="0" i="0" sz="1200" u="none" cap="none" strike="noStrike">
              <a:solidFill>
                <a:srgbClr val="000000"/>
              </a:solidFill>
              <a:latin typeface="Meiryo"/>
              <a:ea typeface="Meiryo"/>
              <a:cs typeface="Meiryo"/>
              <a:sym typeface="Meiryo"/>
            </a:endParaRPr>
          </a:p>
        </p:txBody>
      </p:sp>
      <p:sp>
        <p:nvSpPr>
          <p:cNvPr id="63" name="Google Shape;63;p18"/>
          <p:cNvSpPr/>
          <p:nvPr/>
        </p:nvSpPr>
        <p:spPr>
          <a:xfrm>
            <a:off x="393700" y="3395102"/>
            <a:ext cx="5604764" cy="2586916"/>
          </a:xfrm>
          <a:prstGeom prst="roundRect">
            <a:avLst>
              <a:gd fmla="val 11129" name="adj"/>
            </a:avLst>
          </a:prstGeom>
          <a:solidFill>
            <a:srgbClr val="F9FAFB"/>
          </a:solidFill>
          <a:ln cap="flat" cmpd="sng" w="25400">
            <a:solidFill>
              <a:srgbClr val="F2F2F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4" name="Google Shape;64;p18"/>
          <p:cNvSpPr txBox="1"/>
          <p:nvPr/>
        </p:nvSpPr>
        <p:spPr>
          <a:xfrm>
            <a:off x="539496" y="3507823"/>
            <a:ext cx="3730752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ja-JP" sz="1200" u="none" cap="none" strike="noStrike">
                <a:solidFill>
                  <a:srgbClr val="000000"/>
                </a:solidFill>
                <a:latin typeface="Meiryo"/>
                <a:ea typeface="Meiryo"/>
                <a:cs typeface="Meiryo"/>
                <a:sym typeface="Meiryo"/>
              </a:rPr>
              <a:t>④作品の仕組み【必須】</a:t>
            </a:r>
            <a:endParaRPr b="1" i="0" sz="1200" u="none" cap="none" strike="noStrike">
              <a:solidFill>
                <a:srgbClr val="000000"/>
              </a:solidFill>
              <a:latin typeface="Meiryo"/>
              <a:ea typeface="Meiryo"/>
              <a:cs typeface="Meiryo"/>
              <a:sym typeface="Meiry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i="0" sz="1200" u="none" cap="none" strike="noStrike">
              <a:solidFill>
                <a:srgbClr val="000000"/>
              </a:solidFill>
              <a:latin typeface="Meiryo"/>
              <a:ea typeface="Meiryo"/>
              <a:cs typeface="Meiryo"/>
              <a:sym typeface="Meiryo"/>
            </a:endParaRPr>
          </a:p>
        </p:txBody>
      </p:sp>
      <p:sp>
        <p:nvSpPr>
          <p:cNvPr id="65" name="Google Shape;65;p18"/>
          <p:cNvSpPr txBox="1"/>
          <p:nvPr/>
        </p:nvSpPr>
        <p:spPr>
          <a:xfrm>
            <a:off x="592266" y="3828885"/>
            <a:ext cx="5159400" cy="12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171450" lvl="0" marL="1714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Char char="•"/>
            </a:pPr>
            <a:r>
              <a:rPr lang="ja-JP" sz="1200">
                <a:latin typeface="Meiryo"/>
                <a:ea typeface="Meiryo"/>
                <a:cs typeface="Meiryo"/>
                <a:sym typeface="Meiryo"/>
              </a:rPr>
              <a:t>1. 録音: ブラウザから教師と生徒の面接練習を録音</a:t>
            </a:r>
            <a:endParaRPr sz="1200">
              <a:latin typeface="Meiryo"/>
              <a:ea typeface="Meiryo"/>
              <a:cs typeface="Meiryo"/>
              <a:sym typeface="Meiryo"/>
            </a:endParaRPr>
          </a:p>
          <a:p>
            <a:pPr indent="-171450" lvl="0" marL="1714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Char char="•"/>
            </a:pPr>
            <a:r>
              <a:rPr lang="ja-JP" sz="1200">
                <a:latin typeface="Meiryo"/>
                <a:ea typeface="Meiryo"/>
                <a:cs typeface="Meiryo"/>
                <a:sym typeface="Meiryo"/>
              </a:rPr>
              <a:t>2. 話者分離: pyannote.audioで話者を自動識別（教師/生徒）</a:t>
            </a:r>
            <a:endParaRPr sz="1200">
              <a:latin typeface="Meiryo"/>
              <a:ea typeface="Meiryo"/>
              <a:cs typeface="Meiryo"/>
              <a:sym typeface="Meiryo"/>
            </a:endParaRPr>
          </a:p>
          <a:p>
            <a:pPr indent="-171450" lvl="0" marL="1714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Char char="•"/>
            </a:pPr>
            <a:r>
              <a:rPr lang="ja-JP" sz="1200">
                <a:latin typeface="Meiryo"/>
                <a:ea typeface="Meiryo"/>
                <a:cs typeface="Meiryo"/>
                <a:sym typeface="Meiryo"/>
              </a:rPr>
              <a:t>3. 文字起こし: OpenAI Whisperで日本語音声をテキスト化</a:t>
            </a:r>
            <a:endParaRPr sz="1200">
              <a:latin typeface="Meiryo"/>
              <a:ea typeface="Meiryo"/>
              <a:cs typeface="Meiryo"/>
              <a:sym typeface="Meiryo"/>
            </a:endParaRPr>
          </a:p>
          <a:p>
            <a:pPr indent="-171450" lvl="0" marL="1714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Char char="•"/>
            </a:pPr>
            <a:r>
              <a:rPr lang="ja-JP" sz="1200">
                <a:latin typeface="Meiryo"/>
                <a:ea typeface="Meiryo"/>
                <a:cs typeface="Meiryo"/>
                <a:sym typeface="Meiryo"/>
              </a:rPr>
              <a:t>4. AI補正: Ollama (Llama 3.2)で文法・敬語をチェック</a:t>
            </a:r>
            <a:endParaRPr sz="1200">
              <a:latin typeface="Meiryo"/>
              <a:ea typeface="Meiryo"/>
              <a:cs typeface="Meiryo"/>
              <a:sym typeface="Meiryo"/>
            </a:endParaRPr>
          </a:p>
          <a:p>
            <a:pPr indent="-171450" lvl="0" marL="1714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Char char="•"/>
            </a:pPr>
            <a:r>
              <a:rPr lang="ja-JP" sz="1200">
                <a:latin typeface="Meiryo"/>
                <a:ea typeface="Meiryo"/>
                <a:cs typeface="Meiryo"/>
                <a:sym typeface="Meiryo"/>
              </a:rPr>
              <a:t>5. 音声分析: librosaでピッチ、音量、話速、声のトーンを分析</a:t>
            </a:r>
            <a:endParaRPr sz="1200">
              <a:latin typeface="Meiryo"/>
              <a:ea typeface="Meiryo"/>
              <a:cs typeface="Meiryo"/>
              <a:sym typeface="Meiryo"/>
            </a:endParaRPr>
          </a:p>
          <a:p>
            <a:pPr indent="-171450" lvl="0" marL="1714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Char char="•"/>
            </a:pPr>
            <a:r>
              <a:rPr lang="ja-JP" sz="1200">
                <a:latin typeface="Meiryo"/>
                <a:ea typeface="Meiryo"/>
                <a:cs typeface="Meiryo"/>
                <a:sym typeface="Meiryo"/>
              </a:rPr>
              <a:t>6. レポート生成: 分析結果をHTML/PDFで出力</a:t>
            </a:r>
            <a:endParaRPr sz="1200">
              <a:latin typeface="Meiryo"/>
              <a:ea typeface="Meiryo"/>
              <a:cs typeface="Meiryo"/>
              <a:sym typeface="Meiryo"/>
            </a:endParaRPr>
          </a:p>
        </p:txBody>
      </p:sp>
      <p:sp>
        <p:nvSpPr>
          <p:cNvPr id="66" name="Google Shape;66;p18"/>
          <p:cNvSpPr/>
          <p:nvPr/>
        </p:nvSpPr>
        <p:spPr>
          <a:xfrm>
            <a:off x="6291580" y="3441126"/>
            <a:ext cx="4068572" cy="2540891"/>
          </a:xfrm>
          <a:prstGeom prst="roundRect">
            <a:avLst>
              <a:gd fmla="val 11129" name="adj"/>
            </a:avLst>
          </a:prstGeom>
          <a:solidFill>
            <a:srgbClr val="F9FAFB"/>
          </a:solidFill>
          <a:ln cap="flat" cmpd="sng" w="25400">
            <a:solidFill>
              <a:srgbClr val="F2F2F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7" name="Google Shape;67;p18"/>
          <p:cNvSpPr txBox="1"/>
          <p:nvPr/>
        </p:nvSpPr>
        <p:spPr>
          <a:xfrm>
            <a:off x="6460489" y="3441123"/>
            <a:ext cx="37308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ja-JP" sz="1200" u="none" cap="none" strike="noStrike">
                <a:solidFill>
                  <a:srgbClr val="000000"/>
                </a:solidFill>
                <a:latin typeface="Meiryo"/>
                <a:ea typeface="Meiryo"/>
                <a:cs typeface="Meiryo"/>
                <a:sym typeface="Meiryo"/>
              </a:rPr>
              <a:t>⑤使用した主な技術【必須】</a:t>
            </a:r>
            <a:endParaRPr b="1" i="0" sz="1200" u="none" cap="none" strike="noStrike">
              <a:solidFill>
                <a:srgbClr val="000000"/>
              </a:solidFill>
              <a:latin typeface="Meiryo"/>
              <a:ea typeface="Meiryo"/>
              <a:cs typeface="Meiryo"/>
              <a:sym typeface="Meiry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i="0" sz="1200" u="none" cap="none" strike="noStrike">
              <a:solidFill>
                <a:srgbClr val="000000"/>
              </a:solidFill>
              <a:latin typeface="Meiryo"/>
              <a:ea typeface="Meiryo"/>
              <a:cs typeface="Meiryo"/>
              <a:sym typeface="Meiryo"/>
            </a:endParaRPr>
          </a:p>
        </p:txBody>
      </p:sp>
      <p:sp>
        <p:nvSpPr>
          <p:cNvPr id="68" name="Google Shape;68;p18"/>
          <p:cNvSpPr/>
          <p:nvPr/>
        </p:nvSpPr>
        <p:spPr>
          <a:xfrm>
            <a:off x="393700" y="6083279"/>
            <a:ext cx="5604764" cy="1228929"/>
          </a:xfrm>
          <a:prstGeom prst="roundRect">
            <a:avLst>
              <a:gd fmla="val 11129" name="adj"/>
            </a:avLst>
          </a:prstGeom>
          <a:solidFill>
            <a:srgbClr val="F9FAFB"/>
          </a:solidFill>
          <a:ln cap="flat" cmpd="sng" w="25400">
            <a:solidFill>
              <a:srgbClr val="F2F2F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9" name="Google Shape;69;p18"/>
          <p:cNvSpPr txBox="1"/>
          <p:nvPr/>
        </p:nvSpPr>
        <p:spPr>
          <a:xfrm>
            <a:off x="539471" y="6083274"/>
            <a:ext cx="37308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ja-JP" sz="1200" u="none" cap="none" strike="noStrike">
                <a:solidFill>
                  <a:srgbClr val="000000"/>
                </a:solidFill>
                <a:latin typeface="Meiryo"/>
                <a:ea typeface="Meiryo"/>
                <a:cs typeface="Meiryo"/>
                <a:sym typeface="Meiryo"/>
              </a:rPr>
              <a:t>⑥特に工夫した点【必須】</a:t>
            </a:r>
            <a:endParaRPr b="1" i="0" sz="1200" u="none" cap="none" strike="noStrike">
              <a:solidFill>
                <a:srgbClr val="000000"/>
              </a:solidFill>
              <a:latin typeface="Meiryo"/>
              <a:ea typeface="Meiryo"/>
              <a:cs typeface="Meiryo"/>
              <a:sym typeface="Meiry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i="0" sz="1200" u="none" cap="none" strike="noStrike">
              <a:solidFill>
                <a:srgbClr val="000000"/>
              </a:solidFill>
              <a:latin typeface="Meiryo"/>
              <a:ea typeface="Meiryo"/>
              <a:cs typeface="Meiryo"/>
              <a:sym typeface="Meiryo"/>
            </a:endParaRPr>
          </a:p>
        </p:txBody>
      </p:sp>
      <p:sp>
        <p:nvSpPr>
          <p:cNvPr id="70" name="Google Shape;70;p18"/>
          <p:cNvSpPr txBox="1"/>
          <p:nvPr/>
        </p:nvSpPr>
        <p:spPr>
          <a:xfrm>
            <a:off x="592266" y="6287911"/>
            <a:ext cx="5159400" cy="1015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171450" lvl="0" marL="1714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Char char="•"/>
            </a:pPr>
            <a:r>
              <a:rPr lang="ja-JP" sz="1200">
                <a:latin typeface="Meiryo"/>
                <a:ea typeface="Meiryo"/>
                <a:cs typeface="Meiryo"/>
                <a:sym typeface="Meiryo"/>
              </a:rPr>
              <a:t>多角的な音声分析: 単なる文字起こしだけでなく、ピッチ（声の高さ）、音量、話速、声のトーン、感情（自信度・緊張度）を数値化</a:t>
            </a:r>
            <a:endParaRPr sz="1200">
              <a:latin typeface="Meiryo"/>
              <a:ea typeface="Meiryo"/>
              <a:cs typeface="Meiryo"/>
              <a:sym typeface="Meiryo"/>
            </a:endParaRPr>
          </a:p>
          <a:p>
            <a:pPr indent="-171450" lvl="0" marL="1714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Char char="•"/>
            </a:pPr>
            <a:r>
              <a:rPr lang="ja-JP" sz="1200">
                <a:latin typeface="Meiryo"/>
                <a:ea typeface="Meiryo"/>
                <a:cs typeface="Meiryo"/>
                <a:sym typeface="Meiryo"/>
              </a:rPr>
              <a:t>使いやすいUI: ブラウザだけで完結し、専門知識不要で誰でも使える</a:t>
            </a:r>
            <a:endParaRPr sz="1200">
              <a:latin typeface="Meiryo"/>
              <a:ea typeface="Meiryo"/>
              <a:cs typeface="Meiryo"/>
              <a:sym typeface="Meiryo"/>
            </a:endParaRPr>
          </a:p>
          <a:p>
            <a:pPr indent="-171450" lvl="0" marL="1714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Char char="•"/>
            </a:pPr>
            <a:r>
              <a:rPr lang="ja-JP" sz="1200">
                <a:latin typeface="Meiryo"/>
                <a:ea typeface="Meiryo"/>
                <a:cs typeface="Meiryo"/>
                <a:sym typeface="Meiryo"/>
              </a:rPr>
              <a:t>オフライン動作: 初回セットアップ後はインターネット接続不要で利用可能</a:t>
            </a:r>
            <a:endParaRPr sz="1200">
              <a:latin typeface="Meiryo"/>
              <a:ea typeface="Meiryo"/>
              <a:cs typeface="Meiryo"/>
              <a:sym typeface="Meiryo"/>
            </a:endParaRPr>
          </a:p>
        </p:txBody>
      </p:sp>
      <p:sp>
        <p:nvSpPr>
          <p:cNvPr id="71" name="Google Shape;71;p18"/>
          <p:cNvSpPr/>
          <p:nvPr/>
        </p:nvSpPr>
        <p:spPr>
          <a:xfrm>
            <a:off x="6291580" y="6129303"/>
            <a:ext cx="4068572" cy="1228929"/>
          </a:xfrm>
          <a:prstGeom prst="roundRect">
            <a:avLst>
              <a:gd fmla="val 11129" name="adj"/>
            </a:avLst>
          </a:prstGeom>
          <a:solidFill>
            <a:srgbClr val="F9FAFB"/>
          </a:solidFill>
          <a:ln cap="flat" cmpd="sng" w="25400">
            <a:solidFill>
              <a:srgbClr val="F2F2F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2" name="Google Shape;72;p18"/>
          <p:cNvSpPr txBox="1"/>
          <p:nvPr/>
        </p:nvSpPr>
        <p:spPr>
          <a:xfrm>
            <a:off x="6437376" y="6242024"/>
            <a:ext cx="3730752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ja-JP" sz="1200" u="none" cap="none" strike="noStrike">
                <a:solidFill>
                  <a:srgbClr val="000000"/>
                </a:solidFill>
                <a:latin typeface="Meiryo"/>
                <a:ea typeface="Meiryo"/>
                <a:cs typeface="Meiryo"/>
                <a:sym typeface="Meiryo"/>
              </a:rPr>
              <a:t>⑦ 想定される効果・利用シーン【必須】</a:t>
            </a:r>
            <a:endParaRPr b="1" i="0" sz="1200" u="none" cap="none" strike="noStrike">
              <a:solidFill>
                <a:srgbClr val="000000"/>
              </a:solidFill>
              <a:latin typeface="Meiryo"/>
              <a:ea typeface="Meiryo"/>
              <a:cs typeface="Meiryo"/>
              <a:sym typeface="Meiry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i="0" sz="1200" u="none" cap="none" strike="noStrike">
              <a:solidFill>
                <a:srgbClr val="000000"/>
              </a:solidFill>
              <a:latin typeface="Meiryo"/>
              <a:ea typeface="Meiryo"/>
              <a:cs typeface="Meiryo"/>
              <a:sym typeface="Meiryo"/>
            </a:endParaRPr>
          </a:p>
        </p:txBody>
      </p:sp>
      <p:sp>
        <p:nvSpPr>
          <p:cNvPr id="73" name="Google Shape;73;p18"/>
          <p:cNvSpPr txBox="1"/>
          <p:nvPr/>
        </p:nvSpPr>
        <p:spPr>
          <a:xfrm>
            <a:off x="6553961" y="6577979"/>
            <a:ext cx="34680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171450" lvl="0" marL="1714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Char char="•"/>
            </a:pPr>
            <a:r>
              <a:rPr b="1" lang="ja-JP" sz="1200">
                <a:latin typeface="Meiryo"/>
                <a:ea typeface="Meiryo"/>
                <a:cs typeface="Meiryo"/>
                <a:sym typeface="Meiryo"/>
              </a:rPr>
              <a:t>放課後の面接練習で即座にフィードバック</a:t>
            </a:r>
            <a:endParaRPr b="1" sz="1200">
              <a:latin typeface="Meiryo"/>
              <a:ea typeface="Meiryo"/>
              <a:cs typeface="Meiryo"/>
              <a:sym typeface="Meiryo"/>
            </a:endParaRPr>
          </a:p>
          <a:p>
            <a:pPr indent="-171450" lvl="0" marL="1714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Char char="•"/>
            </a:pPr>
            <a:r>
              <a:rPr b="1" lang="ja-JP" sz="1200">
                <a:latin typeface="Meiryo"/>
                <a:ea typeface="Meiryo"/>
                <a:cs typeface="Meiryo"/>
                <a:sym typeface="Meiryo"/>
              </a:rPr>
              <a:t>自宅での自主練習で客観的な改善点を把握</a:t>
            </a:r>
            <a:endParaRPr b="1" sz="1200">
              <a:latin typeface="Meiryo"/>
              <a:ea typeface="Meiryo"/>
              <a:cs typeface="Meiryo"/>
              <a:sym typeface="Meiryo"/>
            </a:endParaRPr>
          </a:p>
          <a:p>
            <a:pPr indent="-171450" lvl="0" marL="1714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Char char="•"/>
            </a:pPr>
            <a:r>
              <a:rPr b="1" lang="ja-JP" sz="1200">
                <a:latin typeface="Meiryo"/>
                <a:ea typeface="Meiryo"/>
                <a:cs typeface="Meiryo"/>
                <a:sym typeface="Meiryo"/>
              </a:rPr>
              <a:t>複数回の練習で成長の過程を可視化</a:t>
            </a:r>
            <a:endParaRPr b="1" sz="1200">
              <a:latin typeface="Meiryo"/>
              <a:ea typeface="Meiryo"/>
              <a:cs typeface="Meiryo"/>
              <a:sym typeface="Meiryo"/>
            </a:endParaRPr>
          </a:p>
        </p:txBody>
      </p:sp>
      <p:sp>
        <p:nvSpPr>
          <p:cNvPr id="74" name="Google Shape;74;p18"/>
          <p:cNvSpPr txBox="1"/>
          <p:nvPr/>
        </p:nvSpPr>
        <p:spPr>
          <a:xfrm>
            <a:off x="6490150" y="3695775"/>
            <a:ext cx="3870000" cy="2308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171450" lvl="0" marL="1714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Char char="•"/>
            </a:pPr>
            <a:r>
              <a:rPr lang="ja-JP" sz="1200">
                <a:latin typeface="Meiryo"/>
                <a:ea typeface="Meiryo"/>
                <a:cs typeface="Meiryo"/>
                <a:sym typeface="Meiryo"/>
              </a:rPr>
              <a:t>プログラムやアプリを作った（FastAPI, Python）</a:t>
            </a:r>
            <a:endParaRPr sz="1200">
              <a:latin typeface="Meiryo"/>
              <a:ea typeface="Meiryo"/>
              <a:cs typeface="Meiryo"/>
              <a:sym typeface="Meiryo"/>
            </a:endParaRPr>
          </a:p>
          <a:p>
            <a:pPr indent="-171450" lvl="0" marL="1714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Char char="•"/>
            </a:pPr>
            <a:r>
              <a:rPr lang="ja-JP" sz="1200">
                <a:latin typeface="Meiryo"/>
                <a:ea typeface="Meiryo"/>
                <a:cs typeface="Meiryo"/>
                <a:sym typeface="Meiryo"/>
              </a:rPr>
              <a:t>外部サービスやAPIと連携した（Ollama API）</a:t>
            </a:r>
            <a:endParaRPr sz="1200">
              <a:latin typeface="Meiryo"/>
              <a:ea typeface="Meiryo"/>
              <a:cs typeface="Meiryo"/>
              <a:sym typeface="Meiryo"/>
            </a:endParaRPr>
          </a:p>
          <a:p>
            <a:pPr indent="-171450" lvl="0" marL="1714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Char char="•"/>
            </a:pPr>
            <a:r>
              <a:rPr lang="ja-JP" sz="1200">
                <a:latin typeface="Meiryo"/>
                <a:ea typeface="Meiryo"/>
                <a:cs typeface="Meiryo"/>
                <a:sym typeface="Meiryo"/>
              </a:rPr>
              <a:t>センサーで情報を集めた（マイク入力による音声取得）</a:t>
            </a:r>
            <a:endParaRPr sz="1200">
              <a:latin typeface="Meiryo"/>
              <a:ea typeface="Meiryo"/>
              <a:cs typeface="Meiryo"/>
              <a:sym typeface="Meiryo"/>
            </a:endParaRPr>
          </a:p>
          <a:p>
            <a:pPr indent="-171450" lvl="0" marL="1714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Char char="•"/>
            </a:pPr>
            <a:r>
              <a:rPr lang="ja-JP" sz="1200">
                <a:latin typeface="Meiryo"/>
                <a:ea typeface="Meiryo"/>
                <a:cs typeface="Meiryo"/>
                <a:sym typeface="Meiryo"/>
              </a:rPr>
              <a:t>データを分析・可視化した（音声の特徴量抽出、グラフ化）</a:t>
            </a:r>
            <a:endParaRPr sz="1200">
              <a:latin typeface="Meiryo"/>
              <a:ea typeface="Meiryo"/>
              <a:cs typeface="Meiryo"/>
              <a:sym typeface="Meiryo"/>
            </a:endParaRPr>
          </a:p>
          <a:p>
            <a:pPr indent="-171450" lvl="0" marL="1714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Meiryo"/>
              <a:buChar char="•"/>
            </a:pPr>
            <a:r>
              <a:rPr lang="ja-JP" sz="1200">
                <a:latin typeface="Meiryo"/>
                <a:ea typeface="Meiryo"/>
                <a:cs typeface="Meiryo"/>
                <a:sym typeface="Meiryo"/>
              </a:rPr>
              <a:t>音声をAIで処理した（音声→文字、話者分離）</a:t>
            </a:r>
            <a:endParaRPr sz="1200">
              <a:latin typeface="Meiryo"/>
              <a:ea typeface="Meiryo"/>
              <a:cs typeface="Meiryo"/>
              <a:sym typeface="Meiryo"/>
            </a:endParaRPr>
          </a:p>
          <a:p>
            <a:pPr indent="-171450" lvl="0" marL="1714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Meiryo"/>
              <a:buChar char="•"/>
            </a:pPr>
            <a:r>
              <a:rPr lang="ja-JP" sz="1200">
                <a:latin typeface="Meiryo"/>
                <a:ea typeface="Meiryo"/>
                <a:cs typeface="Meiryo"/>
                <a:sym typeface="Meiryo"/>
              </a:rPr>
              <a:t>文章をAIで作った（文法・敬語の修正提案）</a:t>
            </a:r>
            <a:endParaRPr sz="1200">
              <a:latin typeface="Meiryo"/>
              <a:ea typeface="Meiryo"/>
              <a:cs typeface="Meiryo"/>
              <a:sym typeface="Meiryo"/>
            </a:endParaRPr>
          </a:p>
          <a:p>
            <a:pPr indent="-171450" lvl="0" marL="1714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Meiryo"/>
              <a:buChar char="•"/>
            </a:pPr>
            <a:r>
              <a:rPr lang="ja-JP" sz="1200">
                <a:latin typeface="Meiryo"/>
                <a:ea typeface="Meiryo"/>
                <a:cs typeface="Meiryo"/>
                <a:sym typeface="Meiryo"/>
              </a:rPr>
              <a:t>既存のAIサービスを利用した（OpenAI Whisper, pyannote.audio, Ollama）</a:t>
            </a:r>
            <a:endParaRPr sz="1200">
              <a:latin typeface="Meiryo"/>
              <a:ea typeface="Meiryo"/>
              <a:cs typeface="Meiryo"/>
              <a:sym typeface="Meiryo"/>
            </a:endParaRPr>
          </a:p>
          <a:p>
            <a:pPr indent="-171450" lvl="0" marL="1714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Meiryo"/>
              <a:buChar char="•"/>
            </a:pPr>
            <a:r>
              <a:rPr lang="ja-JP" sz="1200">
                <a:latin typeface="Meiryo"/>
                <a:ea typeface="Meiryo"/>
                <a:cs typeface="Meiryo"/>
                <a:sym typeface="Meiryo"/>
              </a:rPr>
              <a:t>マイクやセンサーのデータをAIで分析した（声の特徴分析、感情推定）</a:t>
            </a:r>
            <a:endParaRPr sz="1200">
              <a:latin typeface="Meiryo"/>
              <a:ea typeface="Meiryo"/>
              <a:cs typeface="Meiryo"/>
              <a:sym typeface="Meiryo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0"/>
          <p:cNvSpPr txBox="1"/>
          <p:nvPr/>
        </p:nvSpPr>
        <p:spPr>
          <a:xfrm>
            <a:off x="393700" y="276225"/>
            <a:ext cx="7223252" cy="25775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1425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ja-JP" sz="1600" u="none" cap="none" strike="noStrike">
                <a:solidFill>
                  <a:schemeClr val="dk1"/>
                </a:solidFill>
                <a:latin typeface="Meiryo"/>
                <a:ea typeface="Meiryo"/>
                <a:cs typeface="Meiryo"/>
                <a:sym typeface="Meiryo"/>
              </a:rPr>
              <a:t>作品詳細①（課題・背景）　</a:t>
            </a:r>
            <a:endParaRPr b="1" i="0" sz="1600" u="none" cap="none" strike="noStrike">
              <a:solidFill>
                <a:schemeClr val="dk1"/>
              </a:solidFill>
              <a:latin typeface="Meiryo"/>
              <a:ea typeface="Meiryo"/>
              <a:cs typeface="Meiryo"/>
              <a:sym typeface="Meiryo"/>
            </a:endParaRPr>
          </a:p>
        </p:txBody>
      </p:sp>
      <p:sp>
        <p:nvSpPr>
          <p:cNvPr id="80" name="Google Shape;80;p10"/>
          <p:cNvSpPr txBox="1"/>
          <p:nvPr/>
        </p:nvSpPr>
        <p:spPr>
          <a:xfrm>
            <a:off x="393700" y="797800"/>
            <a:ext cx="9489300" cy="6126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285750" lvl="0" marL="2857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Noto Sans Symbols"/>
              <a:buChar char="■"/>
            </a:pPr>
            <a:r>
              <a:rPr b="1" i="0" lang="ja-JP" sz="1400" u="none" cap="none" strike="noStrike">
                <a:solidFill>
                  <a:srgbClr val="000000"/>
                </a:solidFill>
                <a:latin typeface="Meiryo"/>
                <a:ea typeface="Meiryo"/>
                <a:cs typeface="Meiryo"/>
                <a:sym typeface="Meiryo"/>
              </a:rPr>
              <a:t> 取り組む課題【必須】</a:t>
            </a:r>
            <a:endParaRPr b="1" i="0" sz="1400" u="none" cap="none" strike="noStrike">
              <a:solidFill>
                <a:srgbClr val="000000"/>
              </a:solidFill>
              <a:latin typeface="Meiryo"/>
              <a:ea typeface="Meiryo"/>
              <a:cs typeface="Meiryo"/>
              <a:sym typeface="Meiryo"/>
            </a:endParaRPr>
          </a:p>
          <a:p>
            <a:pPr indent="-285750" lvl="0" marL="2857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•"/>
            </a:pPr>
            <a:r>
              <a:rPr lang="ja-JP">
                <a:latin typeface="Meiryo"/>
                <a:ea typeface="Meiryo"/>
                <a:cs typeface="Meiryo"/>
                <a:sym typeface="Meiryo"/>
              </a:rPr>
              <a:t>面接練習において、教師が生徒の「話し方」「声のトーン」「敬語の使い方」を客観的に評価し、具体的なフィードバックを提供することが困難。生徒も自分の改善点を把握しづらい。</a:t>
            </a:r>
            <a:br>
              <a:rPr b="0" i="0" lang="ja-JP" sz="1400" u="none" cap="none" strike="noStrike">
                <a:solidFill>
                  <a:srgbClr val="000000"/>
                </a:solidFill>
                <a:latin typeface="Meiryo"/>
                <a:ea typeface="Meiryo"/>
                <a:cs typeface="Meiryo"/>
                <a:sym typeface="Meiryo"/>
              </a:rPr>
            </a:br>
            <a:endParaRPr b="0" i="0" sz="1400" u="none" cap="none" strike="noStrike">
              <a:solidFill>
                <a:srgbClr val="000000"/>
              </a:solidFill>
              <a:latin typeface="Meiryo"/>
              <a:ea typeface="Meiryo"/>
              <a:cs typeface="Meiryo"/>
              <a:sym typeface="Meiryo"/>
            </a:endParaRPr>
          </a:p>
          <a:p>
            <a:pPr indent="-285750" lvl="0" marL="2857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Noto Sans Symbols"/>
              <a:buChar char="■"/>
            </a:pPr>
            <a:r>
              <a:rPr b="1" i="0" lang="ja-JP" sz="1400" u="none" cap="none" strike="noStrike">
                <a:solidFill>
                  <a:srgbClr val="000000"/>
                </a:solidFill>
                <a:latin typeface="Meiryo"/>
                <a:ea typeface="Meiryo"/>
                <a:cs typeface="Meiryo"/>
                <a:sym typeface="Meiryo"/>
              </a:rPr>
              <a:t>課題の背景・現状【必須】</a:t>
            </a:r>
            <a:endParaRPr b="1" i="0" sz="1400" u="none" cap="none" strike="noStrike">
              <a:solidFill>
                <a:srgbClr val="000000"/>
              </a:solidFill>
              <a:latin typeface="Meiryo"/>
              <a:ea typeface="Meiryo"/>
              <a:cs typeface="Meiryo"/>
              <a:sym typeface="Meiryo"/>
            </a:endParaRPr>
          </a:p>
          <a:p>
            <a:pPr indent="-285750" lvl="0" marL="2857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•"/>
            </a:pPr>
            <a:r>
              <a:rPr lang="ja-JP">
                <a:latin typeface="Meiryo"/>
                <a:ea typeface="Meiryo"/>
                <a:cs typeface="Meiryo"/>
                <a:sym typeface="Meiryo"/>
              </a:rPr>
              <a:t>面接練習は教師の主観的な評価に依存しがちで、「もっと自信を持って」「はっきり話して」など抽象的な指摘が多い</a:t>
            </a:r>
            <a:endParaRPr>
              <a:latin typeface="Meiryo"/>
              <a:ea typeface="Meiryo"/>
              <a:cs typeface="Meiryo"/>
              <a:sym typeface="Meiryo"/>
            </a:endParaRPr>
          </a:p>
          <a:p>
            <a:pPr indent="-285750" lvl="0" marL="2857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•"/>
            </a:pPr>
            <a:r>
              <a:rPr lang="ja-JP">
                <a:latin typeface="Meiryo"/>
                <a:ea typeface="Meiryo"/>
                <a:cs typeface="Meiryo"/>
                <a:sym typeface="Meiryo"/>
              </a:rPr>
              <a:t>外部の面接対策サービスは高額で、すべての生徒が利用できない</a:t>
            </a:r>
            <a:endParaRPr>
              <a:latin typeface="Meiryo"/>
              <a:ea typeface="Meiryo"/>
              <a:cs typeface="Meiryo"/>
              <a:sym typeface="Meiry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ja-JP" sz="1400" u="none" cap="none" strike="noStrike">
                <a:solidFill>
                  <a:srgbClr val="000000"/>
                </a:solidFill>
                <a:latin typeface="Meiryo"/>
                <a:ea typeface="Meiryo"/>
                <a:cs typeface="Meiryo"/>
                <a:sym typeface="Meiryo"/>
              </a:rPr>
              <a:t>　</a:t>
            </a:r>
            <a:endParaRPr b="1" i="0" sz="1400" u="none" cap="none" strike="noStrike">
              <a:solidFill>
                <a:srgbClr val="000000"/>
              </a:solidFill>
              <a:latin typeface="Meiryo"/>
              <a:ea typeface="Meiryo"/>
              <a:cs typeface="Meiryo"/>
              <a:sym typeface="Meiryo"/>
            </a:endParaRPr>
          </a:p>
          <a:p>
            <a:pPr indent="-285750" lvl="0" marL="2857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Noto Sans Symbols"/>
              <a:buChar char="■"/>
            </a:pPr>
            <a:r>
              <a:rPr b="1" i="0" lang="ja-JP" sz="1400" u="none" cap="none" strike="noStrike">
                <a:solidFill>
                  <a:srgbClr val="000000"/>
                </a:solidFill>
                <a:latin typeface="Meiryo"/>
                <a:ea typeface="Meiryo"/>
                <a:cs typeface="Meiryo"/>
                <a:sym typeface="Meiryo"/>
              </a:rPr>
              <a:t>課題の重要性【必須】</a:t>
            </a:r>
            <a:endParaRPr b="1" i="0" sz="1400" u="none" cap="none" strike="noStrike">
              <a:solidFill>
                <a:srgbClr val="000000"/>
              </a:solidFill>
              <a:latin typeface="Meiryo"/>
              <a:ea typeface="Meiryo"/>
              <a:cs typeface="Meiryo"/>
              <a:sym typeface="Meiryo"/>
            </a:endParaRPr>
          </a:p>
          <a:p>
            <a:pPr indent="-285750" lvl="0" marL="2857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•"/>
            </a:pPr>
            <a:r>
              <a:rPr lang="ja-JP">
                <a:latin typeface="Meiryo"/>
                <a:ea typeface="Meiryo"/>
                <a:cs typeface="Meiryo"/>
                <a:sym typeface="Meiryo"/>
              </a:rPr>
              <a:t>就職・受験において面接は合否を左右する重要な要素。しかし、十分な練習とフィードバックを受けられないまま本番を迎える生徒が多い。特に地方校や経済的に厳しい家庭の生徒は、面接対策の機会が限られている。</a:t>
            </a:r>
            <a:br>
              <a:rPr b="0" i="0" lang="ja-JP" sz="1400" u="none" cap="none" strike="noStrike">
                <a:solidFill>
                  <a:srgbClr val="000000"/>
                </a:solidFill>
                <a:latin typeface="Meiryo"/>
                <a:ea typeface="Meiryo"/>
                <a:cs typeface="Meiryo"/>
                <a:sym typeface="Meiryo"/>
              </a:rPr>
            </a:br>
            <a:endParaRPr b="0" i="0" sz="1400" u="none" cap="none" strike="noStrike">
              <a:solidFill>
                <a:srgbClr val="000000"/>
              </a:solidFill>
              <a:latin typeface="Meiryo"/>
              <a:ea typeface="Meiryo"/>
              <a:cs typeface="Meiryo"/>
              <a:sym typeface="Meiryo"/>
            </a:endParaRPr>
          </a:p>
          <a:p>
            <a:pPr indent="-285750" lvl="0" marL="2857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Noto Sans Symbols"/>
              <a:buChar char="■"/>
            </a:pPr>
            <a:r>
              <a:rPr b="1" i="0" lang="ja-JP" sz="1400" u="none" cap="none" strike="noStrike">
                <a:solidFill>
                  <a:srgbClr val="000000"/>
                </a:solidFill>
                <a:latin typeface="Meiryo"/>
                <a:ea typeface="Meiryo"/>
                <a:cs typeface="Meiryo"/>
                <a:sym typeface="Meiryo"/>
              </a:rPr>
              <a:t> 課題構造の整理【必須】</a:t>
            </a:r>
            <a:endParaRPr b="1" i="0" sz="1400" u="none" cap="none" strike="noStrike">
              <a:solidFill>
                <a:srgbClr val="000000"/>
              </a:solidFill>
              <a:latin typeface="Meiryo"/>
              <a:ea typeface="Meiryo"/>
              <a:cs typeface="Meiryo"/>
              <a:sym typeface="Meiryo"/>
            </a:endParaRPr>
          </a:p>
          <a:p>
            <a:pPr indent="-285750" lvl="0" marL="2857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•"/>
            </a:pPr>
            <a:r>
              <a:rPr lang="ja-JP">
                <a:latin typeface="Meiryo"/>
                <a:ea typeface="Meiryo"/>
                <a:cs typeface="Meiryo"/>
                <a:sym typeface="Meiryo"/>
              </a:rPr>
              <a:t>誰が困っている: 進路指導教員、生徒・学生</a:t>
            </a:r>
            <a:endParaRPr>
              <a:latin typeface="Meiryo"/>
              <a:ea typeface="Meiryo"/>
              <a:cs typeface="Meiryo"/>
              <a:sym typeface="Meiryo"/>
            </a:endParaRPr>
          </a:p>
          <a:p>
            <a:pPr indent="-285750" lvl="0" marL="2857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•"/>
            </a:pPr>
            <a:r>
              <a:rPr lang="ja-JP">
                <a:latin typeface="Meiryo"/>
                <a:ea typeface="Meiryo"/>
                <a:cs typeface="Meiryo"/>
                <a:sym typeface="Meiryo"/>
              </a:rPr>
              <a:t>どんなことで困っている: 主観的で抽象的なフィードバックしか提供できない、改善点が分からない</a:t>
            </a:r>
            <a:endParaRPr>
              <a:latin typeface="Meiryo"/>
              <a:ea typeface="Meiryo"/>
              <a:cs typeface="Meiryo"/>
              <a:sym typeface="Meiryo"/>
            </a:endParaRPr>
          </a:p>
          <a:p>
            <a:pPr indent="-285750" lvl="0" marL="2857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•"/>
            </a:pPr>
            <a:r>
              <a:rPr lang="ja-JP">
                <a:latin typeface="Meiryo"/>
                <a:ea typeface="Meiryo"/>
                <a:cs typeface="Meiryo"/>
                <a:sym typeface="Meiryo"/>
              </a:rPr>
              <a:t>原因: </a:t>
            </a:r>
            <a:endParaRPr>
              <a:latin typeface="Meiryo"/>
              <a:ea typeface="Meiryo"/>
              <a:cs typeface="Meiryo"/>
              <a:sym typeface="Meiryo"/>
            </a:endParaRPr>
          </a:p>
          <a:p>
            <a:pPr indent="45720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ja-JP">
                <a:latin typeface="Meiryo"/>
                <a:ea typeface="Meiryo"/>
                <a:cs typeface="Meiryo"/>
                <a:sym typeface="Meiryo"/>
              </a:rPr>
              <a:t>音声の客観的な分析ツールがない</a:t>
            </a:r>
            <a:endParaRPr>
              <a:latin typeface="Meiryo"/>
              <a:ea typeface="Meiryo"/>
              <a:cs typeface="Meiryo"/>
              <a:sym typeface="Meiryo"/>
            </a:endParaRPr>
          </a:p>
          <a:p>
            <a:pPr indent="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ja-JP">
                <a:latin typeface="Meiryo"/>
                <a:ea typeface="Meiryo"/>
                <a:cs typeface="Meiryo"/>
                <a:sym typeface="Meiryo"/>
              </a:rPr>
              <a:t>教師の時間が限られている</a:t>
            </a:r>
            <a:endParaRPr>
              <a:latin typeface="Meiryo"/>
              <a:ea typeface="Meiryo"/>
              <a:cs typeface="Meiryo"/>
              <a:sym typeface="Meiryo"/>
            </a:endParaRPr>
          </a:p>
          <a:p>
            <a:pPr indent="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ja-JP">
                <a:latin typeface="Meiryo"/>
                <a:ea typeface="Meiryo"/>
                <a:cs typeface="Meiryo"/>
                <a:sym typeface="Meiryo"/>
              </a:rPr>
              <a:t>有料サービスは高額で利用しづらい</a:t>
            </a:r>
            <a:endParaRPr>
              <a:latin typeface="Meiryo"/>
              <a:ea typeface="Meiryo"/>
              <a:cs typeface="Meiryo"/>
              <a:sym typeface="Meiryo"/>
            </a:endParaRPr>
          </a:p>
          <a:p>
            <a:pPr indent="-285750" lvl="0" marL="2857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•"/>
            </a:pPr>
            <a:r>
              <a:rPr lang="ja-JP">
                <a:latin typeface="Meiryo"/>
                <a:ea typeface="Meiryo"/>
                <a:cs typeface="Meiryo"/>
                <a:sym typeface="Meiryo"/>
              </a:rPr>
              <a:t>影響: </a:t>
            </a:r>
            <a:endParaRPr>
              <a:latin typeface="Meiryo"/>
              <a:ea typeface="Meiryo"/>
              <a:cs typeface="Meiryo"/>
              <a:sym typeface="Meiryo"/>
            </a:endParaRPr>
          </a:p>
          <a:p>
            <a:pPr indent="45720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ja-JP">
                <a:latin typeface="Meiryo"/>
                <a:ea typeface="Meiryo"/>
                <a:cs typeface="Meiryo"/>
                <a:sym typeface="Meiryo"/>
              </a:rPr>
              <a:t>生徒が自信を持てずに本番に臨む</a:t>
            </a:r>
            <a:endParaRPr>
              <a:latin typeface="Meiryo"/>
              <a:ea typeface="Meiryo"/>
              <a:cs typeface="Meiryo"/>
              <a:sym typeface="Meiryo"/>
            </a:endParaRPr>
          </a:p>
          <a:p>
            <a:pPr indent="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ja-JP">
                <a:latin typeface="Meiryo"/>
                <a:ea typeface="Meiryo"/>
                <a:cs typeface="Meiryo"/>
                <a:sym typeface="Meiryo"/>
              </a:rPr>
              <a:t>面接での評価が低くなる可能性</a:t>
            </a:r>
            <a:endParaRPr>
              <a:latin typeface="Meiryo"/>
              <a:ea typeface="Meiryo"/>
              <a:cs typeface="Meiryo"/>
              <a:sym typeface="Meiryo"/>
            </a:endParaRPr>
          </a:p>
          <a:p>
            <a:pPr indent="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ja-JP">
                <a:latin typeface="Meiryo"/>
                <a:ea typeface="Meiryo"/>
                <a:cs typeface="Meiryo"/>
                <a:sym typeface="Meiryo"/>
              </a:rPr>
              <a:t>教員の負担増加</a:t>
            </a:r>
            <a:endParaRPr>
              <a:latin typeface="Meiryo"/>
              <a:ea typeface="Meiryo"/>
              <a:cs typeface="Meiryo"/>
              <a:sym typeface="Meiryo"/>
            </a:endParaRPr>
          </a:p>
          <a:p>
            <a:pPr indent="-285750" lvl="0" marL="2857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•"/>
            </a:pPr>
            <a:r>
              <a:rPr lang="ja-JP">
                <a:latin typeface="Meiryo"/>
                <a:ea typeface="Meiryo"/>
                <a:cs typeface="Meiryo"/>
                <a:sym typeface="Meiryo"/>
              </a:rPr>
              <a:t>解決手法: </a:t>
            </a:r>
            <a:endParaRPr>
              <a:latin typeface="Meiryo"/>
              <a:ea typeface="Meiryo"/>
              <a:cs typeface="Meiryo"/>
              <a:sym typeface="Meiryo"/>
            </a:endParaRPr>
          </a:p>
          <a:p>
            <a:pPr indent="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ja-JP">
                <a:latin typeface="Meiryo"/>
                <a:ea typeface="Meiryo"/>
                <a:cs typeface="Meiryo"/>
                <a:sym typeface="Meiryo"/>
              </a:rPr>
              <a:t>AI技術で音声を客観的に分析</a:t>
            </a:r>
            <a:endParaRPr>
              <a:latin typeface="Meiryo"/>
              <a:ea typeface="Meiryo"/>
              <a:cs typeface="Meiryo"/>
              <a:sym typeface="Meiryo"/>
            </a:endParaRPr>
          </a:p>
          <a:p>
            <a:pPr indent="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ja-JP">
                <a:latin typeface="Meiryo"/>
                <a:ea typeface="Meiryo"/>
                <a:cs typeface="Meiryo"/>
                <a:sym typeface="Meiryo"/>
              </a:rPr>
              <a:t>完全無料で誰でも利用可能</a:t>
            </a:r>
            <a:endParaRPr>
              <a:latin typeface="Meiryo"/>
              <a:ea typeface="Meiryo"/>
              <a:cs typeface="Meiryo"/>
              <a:sym typeface="Meiryo"/>
            </a:endParaRPr>
          </a:p>
          <a:p>
            <a:pPr indent="45720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ja-JP">
                <a:latin typeface="Meiryo"/>
                <a:ea typeface="Meiryo"/>
                <a:cs typeface="Meiryo"/>
                <a:sym typeface="Meiryo"/>
              </a:rPr>
              <a:t>レポート自動生成で教師の負担軽減</a:t>
            </a:r>
            <a:endParaRPr>
              <a:latin typeface="Meiryo"/>
              <a:ea typeface="Meiryo"/>
              <a:cs typeface="Meiryo"/>
              <a:sym typeface="Meiryo"/>
            </a:endParaRPr>
          </a:p>
        </p:txBody>
      </p:sp>
      <p:sp>
        <p:nvSpPr>
          <p:cNvPr id="81" name="Google Shape;81;p10"/>
          <p:cNvSpPr txBox="1"/>
          <p:nvPr>
            <p:ph idx="12" type="sldNum"/>
          </p:nvPr>
        </p:nvSpPr>
        <p:spPr>
          <a:xfrm>
            <a:off x="3974306" y="71945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</a:pPr>
            <a:fld id="{00000000-1234-1234-1234-123412341234}" type="slidenum">
              <a:rPr lang="ja-JP"/>
              <a:t>‹#›</a:t>
            </a:fld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19"/>
          <p:cNvSpPr txBox="1"/>
          <p:nvPr/>
        </p:nvSpPr>
        <p:spPr>
          <a:xfrm>
            <a:off x="393700" y="276225"/>
            <a:ext cx="7223252" cy="25775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1425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ja-JP" sz="1600" u="none" cap="none" strike="noStrike">
                <a:solidFill>
                  <a:schemeClr val="dk1"/>
                </a:solidFill>
                <a:latin typeface="Meiryo"/>
                <a:ea typeface="Meiryo"/>
                <a:cs typeface="Meiryo"/>
                <a:sym typeface="Meiryo"/>
              </a:rPr>
              <a:t>作品詳細②（利用シーンと価値）　</a:t>
            </a:r>
            <a:endParaRPr b="1" i="0" sz="1600" u="none" cap="none" strike="noStrike">
              <a:solidFill>
                <a:schemeClr val="dk1"/>
              </a:solidFill>
              <a:latin typeface="Meiryo"/>
              <a:ea typeface="Meiryo"/>
              <a:cs typeface="Meiryo"/>
              <a:sym typeface="Meiryo"/>
            </a:endParaRPr>
          </a:p>
        </p:txBody>
      </p:sp>
      <p:sp>
        <p:nvSpPr>
          <p:cNvPr id="87" name="Google Shape;87;p19"/>
          <p:cNvSpPr txBox="1"/>
          <p:nvPr/>
        </p:nvSpPr>
        <p:spPr>
          <a:xfrm>
            <a:off x="503428" y="1123138"/>
            <a:ext cx="9600600" cy="5264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285750" lvl="0" marL="2857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Noto Sans Symbols"/>
              <a:buChar char="■"/>
            </a:pPr>
            <a:r>
              <a:rPr b="1" i="0" lang="ja-JP" sz="1400" u="none" cap="none" strike="noStrike">
                <a:solidFill>
                  <a:srgbClr val="000000"/>
                </a:solidFill>
                <a:latin typeface="Meiryo"/>
                <a:ea typeface="Meiryo"/>
                <a:cs typeface="Meiryo"/>
                <a:sym typeface="Meiryo"/>
              </a:rPr>
              <a:t>どんな場面でどんな人が使うのか（利用シーン）【必須】</a:t>
            </a:r>
            <a:endParaRPr b="1" i="0" sz="1400" u="none" cap="none" strike="noStrike">
              <a:solidFill>
                <a:srgbClr val="000000"/>
              </a:solidFill>
              <a:latin typeface="Meiryo"/>
              <a:ea typeface="Meiryo"/>
              <a:cs typeface="Meiryo"/>
              <a:sym typeface="Meiryo"/>
            </a:endParaRPr>
          </a:p>
          <a:p>
            <a:pPr indent="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ja-JP">
                <a:latin typeface="Meiryo"/>
                <a:ea typeface="Meiryo"/>
                <a:cs typeface="Meiryo"/>
                <a:sym typeface="Meiryo"/>
              </a:rPr>
              <a:t>1. 放課後の面接練習: 教師と生徒が1対1で面接練習を行い、終了後すぐにレポートを確認</a:t>
            </a:r>
            <a:endParaRPr b="1">
              <a:latin typeface="Meiryo"/>
              <a:ea typeface="Meiryo"/>
              <a:cs typeface="Meiryo"/>
              <a:sym typeface="Meiryo"/>
            </a:endParaRPr>
          </a:p>
          <a:p>
            <a:pPr indent="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ja-JP">
                <a:latin typeface="Meiryo"/>
                <a:ea typeface="Meiryo"/>
                <a:cs typeface="Meiryo"/>
                <a:sym typeface="Meiryo"/>
              </a:rPr>
              <a:t>2. 自宅での自主練習: 生徒が家族と練習し、自分で分析結果を確認して改善</a:t>
            </a:r>
            <a:endParaRPr b="1">
              <a:latin typeface="Meiryo"/>
              <a:ea typeface="Meiryo"/>
              <a:cs typeface="Meiryo"/>
              <a:sym typeface="Meiryo"/>
            </a:endParaRPr>
          </a:p>
          <a:p>
            <a:pPr indent="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ja-JP">
                <a:latin typeface="Meiryo"/>
                <a:ea typeface="Meiryo"/>
                <a:cs typeface="Meiryo"/>
                <a:sym typeface="Meiryo"/>
              </a:rPr>
              <a:t>3. 複数回の練習での進捗確認: 過去のレポートと比較して、成長を実感</a:t>
            </a:r>
            <a:endParaRPr b="1">
              <a:latin typeface="Meiryo"/>
              <a:ea typeface="Meiryo"/>
              <a:cs typeface="Meiryo"/>
              <a:sym typeface="Meiryo"/>
            </a:endParaRPr>
          </a:p>
          <a:p>
            <a:pPr indent="-196850" lvl="0" marL="2857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Noto Sans Symbols"/>
              <a:buNone/>
            </a:pPr>
            <a:r>
              <a:t/>
            </a:r>
            <a:endParaRPr b="1" i="0" sz="1400" u="none" cap="none" strike="noStrike">
              <a:solidFill>
                <a:srgbClr val="000000"/>
              </a:solidFill>
              <a:latin typeface="Meiryo"/>
              <a:ea typeface="Meiryo"/>
              <a:cs typeface="Meiryo"/>
              <a:sym typeface="Meiryo"/>
            </a:endParaRPr>
          </a:p>
          <a:p>
            <a:pPr indent="-285750" lvl="0" marL="2857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Noto Sans Symbols"/>
              <a:buChar char="■"/>
            </a:pPr>
            <a:r>
              <a:rPr b="1" i="0" lang="ja-JP" sz="1400" u="none" cap="none" strike="noStrike">
                <a:solidFill>
                  <a:srgbClr val="000000"/>
                </a:solidFill>
                <a:latin typeface="Meiryo"/>
                <a:ea typeface="Meiryo"/>
                <a:cs typeface="Meiryo"/>
                <a:sym typeface="Meiryo"/>
              </a:rPr>
              <a:t>この作品を使うことでどんな良い効果が生まれるのか（価値創出） 【必須】</a:t>
            </a:r>
            <a:endParaRPr b="1">
              <a:latin typeface="Meiryo"/>
              <a:ea typeface="Meiryo"/>
              <a:cs typeface="Meiryo"/>
              <a:sym typeface="Meiryo"/>
            </a:endParaRPr>
          </a:p>
          <a:p>
            <a:pPr indent="-196850" lvl="0" marL="2857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Noto Sans Symbols"/>
              <a:buNone/>
            </a:pPr>
            <a:r>
              <a:rPr b="1" lang="ja-JP">
                <a:latin typeface="Meiryo"/>
                <a:ea typeface="Meiryo"/>
                <a:cs typeface="Meiryo"/>
                <a:sym typeface="Meiryo"/>
              </a:rPr>
              <a:t>- 客観的なフィードバック: 「声の高さが低い」「話速が速すぎる」など数値で明確に</a:t>
            </a:r>
            <a:endParaRPr b="1">
              <a:latin typeface="Meiryo"/>
              <a:ea typeface="Meiryo"/>
              <a:cs typeface="Meiryo"/>
              <a:sym typeface="Meiryo"/>
            </a:endParaRPr>
          </a:p>
          <a:p>
            <a:pPr indent="-196850" lvl="0" marL="2857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Noto Sans Symbols"/>
              <a:buNone/>
            </a:pPr>
            <a:r>
              <a:rPr b="1" lang="ja-JP">
                <a:latin typeface="Meiryo"/>
                <a:ea typeface="Meiryo"/>
                <a:cs typeface="Meiryo"/>
                <a:sym typeface="Meiryo"/>
              </a:rPr>
              <a:t>- 具体的な改善点: 「敬語の使い方に3か所ミス」など改善箇所が明確</a:t>
            </a:r>
            <a:endParaRPr b="1">
              <a:latin typeface="Meiryo"/>
              <a:ea typeface="Meiryo"/>
              <a:cs typeface="Meiryo"/>
              <a:sym typeface="Meiryo"/>
            </a:endParaRPr>
          </a:p>
          <a:p>
            <a:pPr indent="-196850" lvl="0" marL="2857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Noto Sans Symbols"/>
              <a:buNone/>
            </a:pPr>
            <a:r>
              <a:rPr b="1" lang="ja-JP">
                <a:latin typeface="Meiryo"/>
                <a:ea typeface="Meiryo"/>
                <a:cs typeface="Meiryo"/>
                <a:sym typeface="Meiryo"/>
              </a:rPr>
              <a:t>- 自信の向上</a:t>
            </a:r>
            <a:r>
              <a:rPr b="1" lang="ja-JP">
                <a:latin typeface="Meiryo"/>
                <a:ea typeface="Meiryo"/>
                <a:cs typeface="Meiryo"/>
                <a:sym typeface="Meiryo"/>
              </a:rPr>
              <a:t>:</a:t>
            </a:r>
            <a:r>
              <a:rPr b="1" lang="ja-JP">
                <a:latin typeface="Meiryo"/>
                <a:ea typeface="Meiryo"/>
                <a:cs typeface="Meiryo"/>
                <a:sym typeface="Meiryo"/>
              </a:rPr>
              <a:t> 練習を重ねることで数値が改善し、生徒が成長を実感できる</a:t>
            </a:r>
            <a:endParaRPr b="1">
              <a:latin typeface="Meiryo"/>
              <a:ea typeface="Meiryo"/>
              <a:cs typeface="Meiryo"/>
              <a:sym typeface="Meiryo"/>
            </a:endParaRPr>
          </a:p>
          <a:p>
            <a:pPr indent="-196850" lvl="0" marL="2857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Noto Sans Symbols"/>
              <a:buNone/>
            </a:pPr>
            <a:r>
              <a:rPr b="1" lang="ja-JP">
                <a:latin typeface="Meiryo"/>
                <a:ea typeface="Meiryo"/>
                <a:cs typeface="Meiryo"/>
                <a:sym typeface="Meiryo"/>
              </a:rPr>
              <a:t>- 教師の負担軽減: 自動レポート生成により、フィードバック作成時間を削減</a:t>
            </a:r>
            <a:endParaRPr b="1">
              <a:latin typeface="Meiryo"/>
              <a:ea typeface="Meiryo"/>
              <a:cs typeface="Meiryo"/>
              <a:sym typeface="Meiryo"/>
            </a:endParaRPr>
          </a:p>
          <a:p>
            <a:pPr indent="-196850" lvl="0" marL="2857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Noto Sans Symbols"/>
              <a:buNone/>
            </a:pPr>
            <a:r>
              <a:rPr b="1" lang="ja-JP">
                <a:latin typeface="Meiryo"/>
                <a:ea typeface="Meiryo"/>
                <a:cs typeface="Meiryo"/>
                <a:sym typeface="Meiryo"/>
              </a:rPr>
              <a:t>- 平等な機会: 無料で誰でも利用でき、経済格差による機会格差を解消</a:t>
            </a:r>
            <a:endParaRPr b="1">
              <a:latin typeface="Meiryo"/>
              <a:ea typeface="Meiryo"/>
              <a:cs typeface="Meiryo"/>
              <a:sym typeface="Meiryo"/>
            </a:endParaRPr>
          </a:p>
          <a:p>
            <a:pPr indent="-285750" lvl="0" marL="2857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Noto Sans Symbols"/>
              <a:buChar char="■"/>
            </a:pPr>
            <a:r>
              <a:rPr b="1" i="0" lang="ja-JP" sz="1400" u="none" cap="none" strike="noStrike">
                <a:solidFill>
                  <a:srgbClr val="000000"/>
                </a:solidFill>
                <a:latin typeface="Meiryo"/>
                <a:ea typeface="Meiryo"/>
                <a:cs typeface="Meiryo"/>
                <a:sym typeface="Meiryo"/>
              </a:rPr>
              <a:t>ほかの場面や人に広げられるか（波及効果） 【必須】</a:t>
            </a:r>
            <a:endParaRPr b="1" i="0" sz="1400" u="none" cap="none" strike="noStrike">
              <a:solidFill>
                <a:srgbClr val="000000"/>
              </a:solidFill>
              <a:latin typeface="Meiryo"/>
              <a:ea typeface="Meiryo"/>
              <a:cs typeface="Meiryo"/>
              <a:sym typeface="Meiryo"/>
            </a:endParaRPr>
          </a:p>
          <a:p>
            <a:pPr indent="-285750" lvl="0" marL="2857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•"/>
            </a:pPr>
            <a:r>
              <a:rPr lang="ja-JP">
                <a:latin typeface="Meiryo"/>
                <a:ea typeface="Meiryo"/>
                <a:cs typeface="Meiryo"/>
                <a:sym typeface="Meiryo"/>
              </a:rPr>
              <a:t>企業の採用担当: 新入社員研修での面接官トレーニング</a:t>
            </a:r>
            <a:endParaRPr>
              <a:latin typeface="Meiryo"/>
              <a:ea typeface="Meiryo"/>
              <a:cs typeface="Meiryo"/>
              <a:sym typeface="Meiryo"/>
            </a:endParaRPr>
          </a:p>
          <a:p>
            <a:pPr indent="-285750" lvl="0" marL="2857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•"/>
            </a:pPr>
            <a:r>
              <a:rPr lang="ja-JP">
                <a:latin typeface="Meiryo"/>
                <a:ea typeface="Meiryo"/>
                <a:cs typeface="Meiryo"/>
                <a:sym typeface="Meiryo"/>
              </a:rPr>
              <a:t>スピーチ練習: プレゼンテーションやスピーチの練習</a:t>
            </a:r>
            <a:endParaRPr>
              <a:latin typeface="Meiryo"/>
              <a:ea typeface="Meiryo"/>
              <a:cs typeface="Meiryo"/>
              <a:sym typeface="Meiryo"/>
            </a:endParaRPr>
          </a:p>
          <a:p>
            <a:pPr indent="-285750" lvl="0" marL="2857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•"/>
            </a:pPr>
            <a:r>
              <a:rPr lang="ja-JP">
                <a:latin typeface="Meiryo"/>
                <a:ea typeface="Meiryo"/>
                <a:cs typeface="Meiryo"/>
                <a:sym typeface="Meiryo"/>
              </a:rPr>
              <a:t>言語学習: 日本語学習者の発音・イントネーション練習</a:t>
            </a:r>
            <a:endParaRPr>
              <a:latin typeface="Meiryo"/>
              <a:ea typeface="Meiryo"/>
              <a:cs typeface="Meiryo"/>
              <a:sym typeface="Meiryo"/>
            </a:endParaRPr>
          </a:p>
          <a:p>
            <a:pPr indent="-285750" lvl="0" marL="2857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•"/>
            </a:pPr>
            <a:r>
              <a:rPr lang="ja-JP">
                <a:latin typeface="Meiryo"/>
                <a:ea typeface="Meiryo"/>
                <a:cs typeface="Meiryo"/>
                <a:sym typeface="Meiryo"/>
              </a:rPr>
              <a:t>営業トレーニング: 営業トークの練習とフィードバック</a:t>
            </a:r>
            <a:endParaRPr>
              <a:latin typeface="Meiryo"/>
              <a:ea typeface="Meiryo"/>
              <a:cs typeface="Meiryo"/>
              <a:sym typeface="Meiryo"/>
            </a:endParaRPr>
          </a:p>
          <a:p>
            <a:pPr indent="-285750" lvl="0" marL="2857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•"/>
            </a:pPr>
            <a:r>
              <a:rPr lang="ja-JP">
                <a:latin typeface="Meiryo"/>
                <a:ea typeface="Meiryo"/>
                <a:cs typeface="Meiryo"/>
                <a:sym typeface="Meiryo"/>
              </a:rPr>
              <a:t>オンライン教育: 遠隔地の生徒にも平等な面接対策を提供</a:t>
            </a:r>
            <a:endParaRPr>
              <a:latin typeface="Meiryo"/>
              <a:ea typeface="Meiryo"/>
              <a:cs typeface="Meiryo"/>
              <a:sym typeface="Meiry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i="0" sz="1400" u="none" cap="none" strike="noStrike">
              <a:solidFill>
                <a:srgbClr val="000000"/>
              </a:solidFill>
              <a:latin typeface="Meiryo"/>
              <a:ea typeface="Meiryo"/>
              <a:cs typeface="Meiryo"/>
              <a:sym typeface="Meiryo"/>
            </a:endParaRPr>
          </a:p>
          <a:p>
            <a:pPr indent="-285750" lvl="0" marL="2857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Noto Sans Symbols"/>
              <a:buChar char="■"/>
            </a:pPr>
            <a:r>
              <a:rPr b="1" i="0" lang="ja-JP" sz="1400" u="none" cap="none" strike="noStrike">
                <a:solidFill>
                  <a:srgbClr val="000000"/>
                </a:solidFill>
                <a:latin typeface="Meiryo"/>
                <a:ea typeface="Meiryo"/>
                <a:cs typeface="Meiryo"/>
                <a:sym typeface="Meiryo"/>
              </a:rPr>
              <a:t>安心して使えるように工夫している点（社会受容性） 【必須】</a:t>
            </a:r>
            <a:endParaRPr b="1" i="0" sz="1400" u="none" cap="none" strike="noStrike">
              <a:solidFill>
                <a:srgbClr val="000000"/>
              </a:solidFill>
              <a:latin typeface="Meiryo"/>
              <a:ea typeface="Meiryo"/>
              <a:cs typeface="Meiryo"/>
              <a:sym typeface="Meiryo"/>
            </a:endParaRPr>
          </a:p>
          <a:p>
            <a:pPr indent="-285750" lvl="0" marL="2857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•"/>
            </a:pPr>
            <a:r>
              <a:rPr lang="ja-JP">
                <a:latin typeface="Meiryo"/>
                <a:ea typeface="Meiryo"/>
                <a:cs typeface="Meiryo"/>
                <a:sym typeface="Meiryo"/>
              </a:rPr>
              <a:t>プライバシー保護: 録音データは完全ローカル保存、外部送信なし</a:t>
            </a:r>
            <a:endParaRPr>
              <a:latin typeface="Meiryo"/>
              <a:ea typeface="Meiryo"/>
              <a:cs typeface="Meiryo"/>
              <a:sym typeface="Meiryo"/>
            </a:endParaRPr>
          </a:p>
          <a:p>
            <a:pPr indent="-285750" lvl="0" marL="2857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•"/>
            </a:pPr>
            <a:r>
              <a:rPr lang="ja-JP">
                <a:latin typeface="Meiryo"/>
                <a:ea typeface="Meiryo"/>
                <a:cs typeface="Meiryo"/>
                <a:sym typeface="Meiryo"/>
              </a:rPr>
              <a:t>操作の簡単さ: ブラウザから録音ボタンを押すだけ、専門知識不要</a:t>
            </a:r>
            <a:endParaRPr>
              <a:latin typeface="Meiryo"/>
              <a:ea typeface="Meiryo"/>
              <a:cs typeface="Meiryo"/>
              <a:sym typeface="Meiryo"/>
            </a:endParaRPr>
          </a:p>
          <a:p>
            <a:pPr indent="-285750" lvl="0" marL="2857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•"/>
            </a:pPr>
            <a:r>
              <a:rPr lang="ja-JP">
                <a:latin typeface="Meiryo"/>
                <a:ea typeface="Meiryo"/>
                <a:cs typeface="Meiryo"/>
                <a:sym typeface="Meiryo"/>
              </a:rPr>
              <a:t>無料: API料金やサブスクリプション費用が一切不要</a:t>
            </a:r>
            <a:endParaRPr>
              <a:latin typeface="Meiryo"/>
              <a:ea typeface="Meiryo"/>
              <a:cs typeface="Meiryo"/>
              <a:sym typeface="Meiryo"/>
            </a:endParaRPr>
          </a:p>
          <a:p>
            <a:pPr indent="-285750" lvl="0" marL="2857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•"/>
            </a:pPr>
            <a:r>
              <a:rPr lang="ja-JP">
                <a:latin typeface="Meiryo"/>
                <a:ea typeface="Meiryo"/>
                <a:cs typeface="Meiryo"/>
                <a:sym typeface="Meiryo"/>
              </a:rPr>
              <a:t>透明性: すべての分析ロジックがオープンソースで公開</a:t>
            </a:r>
            <a:endParaRPr>
              <a:latin typeface="Meiryo"/>
              <a:ea typeface="Meiryo"/>
              <a:cs typeface="Meiryo"/>
              <a:sym typeface="Meiryo"/>
            </a:endParaRPr>
          </a:p>
          <a:p>
            <a:pPr indent="-285750" lvl="0" marL="2857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•"/>
            </a:pPr>
            <a:r>
              <a:rPr lang="ja-JP">
                <a:latin typeface="Meiryo"/>
                <a:ea typeface="Meiryo"/>
                <a:cs typeface="Meiryo"/>
                <a:sym typeface="Meiryo"/>
              </a:rPr>
              <a:t>誤分析への対応: AIの提案はあくまで参考情報として提示し、最終判断は人間が行う</a:t>
            </a:r>
            <a:endParaRPr>
              <a:latin typeface="Meiryo"/>
              <a:ea typeface="Meiryo"/>
              <a:cs typeface="Meiryo"/>
              <a:sym typeface="Meiryo"/>
            </a:endParaRPr>
          </a:p>
        </p:txBody>
      </p:sp>
      <p:sp>
        <p:nvSpPr>
          <p:cNvPr id="88" name="Google Shape;88;p19"/>
          <p:cNvSpPr txBox="1"/>
          <p:nvPr>
            <p:ph idx="12" type="sldNum"/>
          </p:nvPr>
        </p:nvSpPr>
        <p:spPr>
          <a:xfrm>
            <a:off x="3974306" y="71945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</a:pPr>
            <a:fld id="{00000000-1234-1234-1234-123412341234}" type="slidenum">
              <a:rPr lang="ja-JP"/>
              <a:t>‹#›</a:t>
            </a:fld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g3b2277d9e44_0_9"/>
          <p:cNvSpPr txBox="1"/>
          <p:nvPr/>
        </p:nvSpPr>
        <p:spPr>
          <a:xfrm>
            <a:off x="393700" y="276225"/>
            <a:ext cx="7223400" cy="257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1425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ja-JP" sz="1600" u="none" cap="none" strike="noStrike">
                <a:solidFill>
                  <a:schemeClr val="dk1"/>
                </a:solidFill>
                <a:latin typeface="Meiryo"/>
                <a:ea typeface="Meiryo"/>
                <a:cs typeface="Meiryo"/>
                <a:sym typeface="Meiryo"/>
              </a:rPr>
              <a:t>作品詳細③（開発概要）　</a:t>
            </a:r>
            <a:endParaRPr b="1" i="0" sz="1600" u="none" cap="none" strike="noStrike">
              <a:solidFill>
                <a:schemeClr val="dk1"/>
              </a:solidFill>
              <a:latin typeface="Meiryo"/>
              <a:ea typeface="Meiryo"/>
              <a:cs typeface="Meiryo"/>
              <a:sym typeface="Meiryo"/>
            </a:endParaRPr>
          </a:p>
        </p:txBody>
      </p:sp>
      <p:sp>
        <p:nvSpPr>
          <p:cNvPr id="94" name="Google Shape;94;g3b2277d9e44_0_9"/>
          <p:cNvSpPr txBox="1"/>
          <p:nvPr/>
        </p:nvSpPr>
        <p:spPr>
          <a:xfrm>
            <a:off x="480303" y="741688"/>
            <a:ext cx="9317100" cy="6341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285750" lvl="0" marL="2857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Noto Sans Symbols"/>
              <a:buChar char="■"/>
            </a:pPr>
            <a:r>
              <a:rPr b="1" i="0" lang="ja-JP" sz="1400" u="none" cap="none" strike="noStrike">
                <a:solidFill>
                  <a:srgbClr val="000000"/>
                </a:solidFill>
                <a:latin typeface="Meiryo"/>
                <a:ea typeface="Meiryo"/>
                <a:cs typeface="Meiryo"/>
                <a:sym typeface="Meiryo"/>
              </a:rPr>
              <a:t>作品の目的（何を達成したい？）【必須】</a:t>
            </a:r>
            <a:endParaRPr/>
          </a:p>
          <a:p>
            <a:pPr indent="-285750" lvl="0" marL="2857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•"/>
            </a:pPr>
            <a:r>
              <a:rPr lang="ja-JP">
                <a:latin typeface="Meiryo"/>
                <a:ea typeface="Meiryo"/>
                <a:cs typeface="Meiryo"/>
                <a:sym typeface="Meiryo"/>
              </a:rPr>
              <a:t>面接練習において、AIによる客観的な音声分析とフィードバックを提供し、生徒が自信を持って本番に臨めるようにする。同時に、教師の負担を軽減し、より多くの生徒に質の高い面接対策を提供できる環境を実現する。</a:t>
            </a:r>
            <a:endParaRPr b="0" i="0" sz="1400" u="none" cap="none" strike="noStrike">
              <a:solidFill>
                <a:srgbClr val="000000"/>
              </a:solidFill>
              <a:latin typeface="Meiryo"/>
              <a:ea typeface="Meiryo"/>
              <a:cs typeface="Meiryo"/>
              <a:sym typeface="Meiryo"/>
            </a:endParaRPr>
          </a:p>
          <a:p>
            <a:pPr indent="-196850" lvl="0" marL="2857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Meiryo"/>
              <a:ea typeface="Meiryo"/>
              <a:cs typeface="Meiryo"/>
              <a:sym typeface="Meiryo"/>
            </a:endParaRPr>
          </a:p>
          <a:p>
            <a:pPr indent="-285750" lvl="0" marL="2857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Noto Sans Symbols"/>
              <a:buChar char="■"/>
            </a:pPr>
            <a:r>
              <a:rPr b="1" i="0" lang="ja-JP" sz="1400" u="none" cap="none" strike="noStrike">
                <a:solidFill>
                  <a:srgbClr val="000000"/>
                </a:solidFill>
                <a:latin typeface="Meiryo"/>
                <a:ea typeface="Meiryo"/>
                <a:cs typeface="Meiryo"/>
                <a:sym typeface="Meiryo"/>
              </a:rPr>
              <a:t>全体のしくみ（どう動く？）【必須】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ja-JP">
                <a:latin typeface="Meiryo"/>
                <a:ea typeface="Meiryo"/>
                <a:cs typeface="Meiryo"/>
                <a:sym typeface="Meiryo"/>
              </a:rPr>
              <a:t>[入力] Webブラウザで録音ボタンをクリック → マイクから音声を収録</a:t>
            </a:r>
            <a:endParaRPr>
              <a:latin typeface="Meiryo"/>
              <a:ea typeface="Meiryo"/>
              <a:cs typeface="Meiryo"/>
              <a:sym typeface="Meiry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ja-JP">
                <a:latin typeface="Meiryo"/>
                <a:ea typeface="Meiryo"/>
                <a:cs typeface="Meiryo"/>
                <a:sym typeface="Meiryo"/>
              </a:rPr>
              <a:t>       ↓</a:t>
            </a:r>
            <a:endParaRPr>
              <a:latin typeface="Meiryo"/>
              <a:ea typeface="Meiryo"/>
              <a:cs typeface="Meiryo"/>
              <a:sym typeface="Meiry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ja-JP">
                <a:latin typeface="Meiryo"/>
                <a:ea typeface="Meiryo"/>
                <a:cs typeface="Meiryo"/>
                <a:sym typeface="Meiryo"/>
              </a:rPr>
              <a:t>[処理] ① 話者分離（pyannote.audio）: 教師と生徒の音声を自動識別</a:t>
            </a:r>
            <a:endParaRPr>
              <a:latin typeface="Meiryo"/>
              <a:ea typeface="Meiryo"/>
              <a:cs typeface="Meiryo"/>
              <a:sym typeface="Meiry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ja-JP">
                <a:latin typeface="Meiryo"/>
                <a:ea typeface="Meiryo"/>
                <a:cs typeface="Meiryo"/>
                <a:sym typeface="Meiryo"/>
              </a:rPr>
              <a:t>       ② 文字起こし（Whisper）: 音声をテキストに変換</a:t>
            </a:r>
            <a:endParaRPr>
              <a:latin typeface="Meiryo"/>
              <a:ea typeface="Meiryo"/>
              <a:cs typeface="Meiryo"/>
              <a:sym typeface="Meiry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ja-JP">
                <a:latin typeface="Meiryo"/>
                <a:ea typeface="Meiryo"/>
                <a:cs typeface="Meiryo"/>
                <a:sym typeface="Meiryo"/>
              </a:rPr>
              <a:t>       ③ AI補正（Ollama）: 文法・敬語の誤りをチェック</a:t>
            </a:r>
            <a:endParaRPr>
              <a:latin typeface="Meiryo"/>
              <a:ea typeface="Meiryo"/>
              <a:cs typeface="Meiryo"/>
              <a:sym typeface="Meiry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ja-JP">
                <a:latin typeface="Meiryo"/>
                <a:ea typeface="Meiryo"/>
                <a:cs typeface="Meiryo"/>
                <a:sym typeface="Meiryo"/>
              </a:rPr>
              <a:t>       ④ 音声分析（librosa）: ピッチ、音量、話速、感情を数値化</a:t>
            </a:r>
            <a:endParaRPr>
              <a:latin typeface="Meiryo"/>
              <a:ea typeface="Meiryo"/>
              <a:cs typeface="Meiryo"/>
              <a:sym typeface="Meiry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ja-JP">
                <a:latin typeface="Meiryo"/>
                <a:ea typeface="Meiryo"/>
                <a:cs typeface="Meiryo"/>
                <a:sym typeface="Meiryo"/>
              </a:rPr>
              <a:t>       ⑤ レポート生成（FPDF）: 分析結果をHTML/PDFにまとめる</a:t>
            </a:r>
            <a:endParaRPr>
              <a:latin typeface="Meiryo"/>
              <a:ea typeface="Meiryo"/>
              <a:cs typeface="Meiryo"/>
              <a:sym typeface="Meiry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ja-JP">
                <a:latin typeface="Meiryo"/>
                <a:ea typeface="Meiryo"/>
                <a:cs typeface="Meiryo"/>
                <a:sym typeface="Meiryo"/>
              </a:rPr>
              <a:t>       ↓</a:t>
            </a:r>
            <a:endParaRPr>
              <a:latin typeface="Meiryo"/>
              <a:ea typeface="Meiryo"/>
              <a:cs typeface="Meiryo"/>
              <a:sym typeface="Meiry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ja-JP">
                <a:latin typeface="Meiryo"/>
                <a:ea typeface="Meiryo"/>
                <a:cs typeface="Meiryo"/>
                <a:sym typeface="Meiryo"/>
              </a:rPr>
              <a:t>[出力] ブラウザにレポートを表示、PDF/HTMLでダウンロード可能</a:t>
            </a:r>
            <a:br>
              <a:rPr b="0" i="0" lang="ja-JP" sz="1400" u="none" cap="none" strike="noStrike">
                <a:solidFill>
                  <a:srgbClr val="000000"/>
                </a:solidFill>
                <a:latin typeface="Meiryo"/>
                <a:ea typeface="Meiryo"/>
                <a:cs typeface="Meiryo"/>
                <a:sym typeface="Meiryo"/>
              </a:rPr>
            </a:br>
            <a:endParaRPr b="0" i="0" sz="1400" u="none" cap="none" strike="noStrike">
              <a:solidFill>
                <a:srgbClr val="000000"/>
              </a:solidFill>
              <a:latin typeface="Meiryo"/>
              <a:ea typeface="Meiryo"/>
              <a:cs typeface="Meiryo"/>
              <a:sym typeface="Meiryo"/>
            </a:endParaRPr>
          </a:p>
          <a:p>
            <a:pPr indent="-285750" lvl="0" marL="2857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Noto Sans Symbols"/>
              <a:buChar char="■"/>
            </a:pPr>
            <a:r>
              <a:rPr b="1" i="0" lang="ja-JP" sz="1400" u="none" cap="none" strike="noStrike">
                <a:solidFill>
                  <a:srgbClr val="000000"/>
                </a:solidFill>
                <a:latin typeface="Meiryo"/>
                <a:ea typeface="Meiryo"/>
                <a:cs typeface="Meiryo"/>
                <a:sym typeface="Meiryo"/>
              </a:rPr>
              <a:t>主な機能（この作品ができること）【必須】</a:t>
            </a:r>
            <a:endParaRPr/>
          </a:p>
          <a:p>
            <a:pPr indent="-285750" lvl="0" marL="2857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•"/>
            </a:pPr>
            <a:r>
              <a:rPr lang="ja-JP">
                <a:latin typeface="Meiryo"/>
                <a:ea typeface="Meiryo"/>
                <a:cs typeface="Meiryo"/>
                <a:sym typeface="Meiryo"/>
              </a:rPr>
              <a:t>1. 音声録音: ブラウザから直接マイク入力で録音</a:t>
            </a:r>
            <a:endParaRPr>
              <a:latin typeface="Meiryo"/>
              <a:ea typeface="Meiryo"/>
              <a:cs typeface="Meiryo"/>
              <a:sym typeface="Meiryo"/>
            </a:endParaRPr>
          </a:p>
          <a:p>
            <a:pPr indent="-285750" lvl="0" marL="2857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•"/>
            </a:pPr>
            <a:r>
              <a:rPr lang="ja-JP">
                <a:latin typeface="Meiryo"/>
                <a:ea typeface="Meiryo"/>
                <a:cs typeface="Meiryo"/>
                <a:sym typeface="Meiryo"/>
              </a:rPr>
              <a:t>2. 話者識別: 教師と生徒の音声を自動で区別</a:t>
            </a:r>
            <a:endParaRPr>
              <a:latin typeface="Meiryo"/>
              <a:ea typeface="Meiryo"/>
              <a:cs typeface="Meiryo"/>
              <a:sym typeface="Meiryo"/>
            </a:endParaRPr>
          </a:p>
          <a:p>
            <a:pPr indent="-285750" lvl="0" marL="2857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•"/>
            </a:pPr>
            <a:r>
              <a:rPr lang="ja-JP">
                <a:latin typeface="Meiryo"/>
                <a:ea typeface="Meiryo"/>
                <a:cs typeface="Meiryo"/>
                <a:sym typeface="Meiryo"/>
              </a:rPr>
              <a:t>3. 文字起こし: 日本語音声を高精度でテキスト化</a:t>
            </a:r>
            <a:endParaRPr>
              <a:latin typeface="Meiryo"/>
              <a:ea typeface="Meiryo"/>
              <a:cs typeface="Meiryo"/>
              <a:sym typeface="Meiryo"/>
            </a:endParaRPr>
          </a:p>
          <a:p>
            <a:pPr indent="-285750" lvl="0" marL="2857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•"/>
            </a:pPr>
            <a:r>
              <a:rPr lang="ja-JP">
                <a:latin typeface="Meiryo"/>
                <a:ea typeface="Meiryo"/>
                <a:cs typeface="Meiryo"/>
                <a:sym typeface="Meiryo"/>
              </a:rPr>
              <a:t>4. 日本語補正: 敬語の誤り、文法ミスを指摘</a:t>
            </a:r>
            <a:endParaRPr>
              <a:latin typeface="Meiryo"/>
              <a:ea typeface="Meiryo"/>
              <a:cs typeface="Meiryo"/>
              <a:sym typeface="Meiryo"/>
            </a:endParaRPr>
          </a:p>
          <a:p>
            <a:pPr indent="-285750" lvl="0" marL="2857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•"/>
            </a:pPr>
            <a:r>
              <a:rPr lang="ja-JP">
                <a:latin typeface="Meiryo"/>
                <a:ea typeface="Meiryo"/>
                <a:cs typeface="Meiryo"/>
                <a:sym typeface="Meiryo"/>
              </a:rPr>
              <a:t>5. 音声分析: </a:t>
            </a:r>
            <a:endParaRPr>
              <a:latin typeface="Meiryo"/>
              <a:ea typeface="Meiryo"/>
              <a:cs typeface="Meiryo"/>
              <a:sym typeface="Meiryo"/>
            </a:endParaRPr>
          </a:p>
          <a:p>
            <a:pPr indent="4572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ja-JP">
                <a:latin typeface="Meiryo"/>
                <a:ea typeface="Meiryo"/>
                <a:cs typeface="Meiryo"/>
                <a:sym typeface="Meiryo"/>
              </a:rPr>
              <a:t>- 平均ピッチ（声の高さ）</a:t>
            </a:r>
            <a:endParaRPr>
              <a:latin typeface="Meiryo"/>
              <a:ea typeface="Meiryo"/>
              <a:cs typeface="Meiryo"/>
              <a:sym typeface="Meiryo"/>
            </a:endParaRPr>
          </a:p>
          <a:p>
            <a:pPr indent="4572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ja-JP">
                <a:latin typeface="Meiryo"/>
                <a:ea typeface="Meiryo"/>
                <a:cs typeface="Meiryo"/>
                <a:sym typeface="Meiryo"/>
              </a:rPr>
              <a:t>- 音量レベル</a:t>
            </a:r>
            <a:endParaRPr>
              <a:latin typeface="Meiryo"/>
              <a:ea typeface="Meiryo"/>
              <a:cs typeface="Meiryo"/>
              <a:sym typeface="Meiryo"/>
            </a:endParaRPr>
          </a:p>
          <a:p>
            <a:pPr indent="4572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ja-JP">
                <a:latin typeface="Meiryo"/>
                <a:ea typeface="Meiryo"/>
                <a:cs typeface="Meiryo"/>
                <a:sym typeface="Meiryo"/>
              </a:rPr>
              <a:t> - 話速（1分あたりの文字数）</a:t>
            </a:r>
            <a:endParaRPr>
              <a:latin typeface="Meiryo"/>
              <a:ea typeface="Meiryo"/>
              <a:cs typeface="Meiryo"/>
              <a:sym typeface="Meiryo"/>
            </a:endParaRPr>
          </a:p>
          <a:p>
            <a:pPr indent="4572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ja-JP">
                <a:latin typeface="Meiryo"/>
                <a:ea typeface="Meiryo"/>
                <a:cs typeface="Meiryo"/>
                <a:sym typeface="Meiryo"/>
              </a:rPr>
              <a:t> - 声のトーン</a:t>
            </a:r>
            <a:endParaRPr>
              <a:latin typeface="Meiryo"/>
              <a:ea typeface="Meiryo"/>
              <a:cs typeface="Meiryo"/>
              <a:sym typeface="Meiryo"/>
            </a:endParaRPr>
          </a:p>
          <a:p>
            <a:pPr indent="4572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ja-JP">
                <a:latin typeface="Meiryo"/>
                <a:ea typeface="Meiryo"/>
                <a:cs typeface="Meiryo"/>
                <a:sym typeface="Meiryo"/>
              </a:rPr>
              <a:t> - 感情分析（自信度、緊張度、落ち着き度）</a:t>
            </a:r>
            <a:endParaRPr>
              <a:latin typeface="Meiryo"/>
              <a:ea typeface="Meiryo"/>
              <a:cs typeface="Meiryo"/>
              <a:sym typeface="Meiryo"/>
            </a:endParaRPr>
          </a:p>
          <a:p>
            <a:pPr indent="-285750" lvl="0" marL="2857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•"/>
            </a:pPr>
            <a:r>
              <a:rPr lang="ja-JP">
                <a:latin typeface="Meiryo"/>
                <a:ea typeface="Meiryo"/>
                <a:cs typeface="Meiryo"/>
                <a:sym typeface="Meiryo"/>
              </a:rPr>
              <a:t>6. レポート出力: HTML形式で保存可能</a:t>
            </a:r>
            <a:endParaRPr>
              <a:latin typeface="Meiryo"/>
              <a:ea typeface="Meiryo"/>
              <a:cs typeface="Meiryo"/>
              <a:sym typeface="Meiry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5" name="Google Shape;95;g3b2277d9e44_0_9"/>
          <p:cNvSpPr txBox="1"/>
          <p:nvPr>
            <p:ph idx="12" type="sldNum"/>
          </p:nvPr>
        </p:nvSpPr>
        <p:spPr>
          <a:xfrm>
            <a:off x="3974306" y="71945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</a:pPr>
            <a:fld id="{00000000-1234-1234-1234-123412341234}" type="slidenum">
              <a:rPr lang="ja-JP"/>
              <a:t>‹#›</a:t>
            </a:fld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20"/>
          <p:cNvSpPr txBox="1"/>
          <p:nvPr/>
        </p:nvSpPr>
        <p:spPr>
          <a:xfrm>
            <a:off x="393700" y="276225"/>
            <a:ext cx="7223252" cy="25775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1425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ja-JP" sz="1600" u="none" cap="none" strike="noStrike">
                <a:solidFill>
                  <a:schemeClr val="dk1"/>
                </a:solidFill>
                <a:latin typeface="Meiryo"/>
                <a:ea typeface="Meiryo"/>
                <a:cs typeface="Meiryo"/>
                <a:sym typeface="Meiryo"/>
              </a:rPr>
              <a:t>作品詳細③（開発概要）　</a:t>
            </a:r>
            <a:endParaRPr b="1" i="0" sz="1600" u="none" cap="none" strike="noStrike">
              <a:solidFill>
                <a:schemeClr val="dk1"/>
              </a:solidFill>
              <a:latin typeface="Meiryo"/>
              <a:ea typeface="Meiryo"/>
              <a:cs typeface="Meiryo"/>
              <a:sym typeface="Meiryo"/>
            </a:endParaRPr>
          </a:p>
        </p:txBody>
      </p:sp>
      <p:sp>
        <p:nvSpPr>
          <p:cNvPr id="101" name="Google Shape;101;p20"/>
          <p:cNvSpPr txBox="1"/>
          <p:nvPr/>
        </p:nvSpPr>
        <p:spPr>
          <a:xfrm>
            <a:off x="445628" y="533963"/>
            <a:ext cx="9317100" cy="3324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Meiryo"/>
              <a:ea typeface="Meiryo"/>
              <a:cs typeface="Meiryo"/>
              <a:sym typeface="Meiryo"/>
            </a:endParaRPr>
          </a:p>
          <a:p>
            <a:pPr indent="-285750" lvl="0" marL="2857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Noto Sans Symbols"/>
              <a:buChar char="■"/>
            </a:pPr>
            <a:r>
              <a:rPr b="1" i="0" lang="ja-JP" sz="1400" u="none" cap="none" strike="noStrike">
                <a:solidFill>
                  <a:srgbClr val="000000"/>
                </a:solidFill>
                <a:latin typeface="Meiryo"/>
                <a:ea typeface="Meiryo"/>
                <a:cs typeface="Meiryo"/>
                <a:sym typeface="Meiryo"/>
              </a:rPr>
              <a:t>技術のポイント（使っている技術・ツール）【必須】</a:t>
            </a:r>
            <a:endParaRPr/>
          </a:p>
          <a:p>
            <a:pPr indent="-285750" lvl="0" marL="2857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•"/>
            </a:pPr>
            <a:r>
              <a:rPr lang="ja-JP">
                <a:latin typeface="Meiryo"/>
                <a:ea typeface="Meiryo"/>
                <a:cs typeface="Meiryo"/>
                <a:sym typeface="Meiryo"/>
              </a:rPr>
              <a:t>フレームワーク: FastAPI（高速なWebフレームワーク）</a:t>
            </a:r>
            <a:endParaRPr>
              <a:latin typeface="Meiryo"/>
              <a:ea typeface="Meiryo"/>
              <a:cs typeface="Meiryo"/>
              <a:sym typeface="Meiryo"/>
            </a:endParaRPr>
          </a:p>
          <a:p>
            <a:pPr indent="-285750" lvl="0" marL="2857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•"/>
            </a:pPr>
            <a:r>
              <a:rPr lang="ja-JP">
                <a:latin typeface="Meiryo"/>
                <a:ea typeface="Meiryo"/>
                <a:cs typeface="Meiryo"/>
                <a:sym typeface="Meiryo"/>
              </a:rPr>
              <a:t>話者分離: pyannote.audio（最先端の話者分離AI）</a:t>
            </a:r>
            <a:endParaRPr>
              <a:latin typeface="Meiryo"/>
              <a:ea typeface="Meiryo"/>
              <a:cs typeface="Meiryo"/>
              <a:sym typeface="Meiryo"/>
            </a:endParaRPr>
          </a:p>
          <a:p>
            <a:pPr indent="-285750" lvl="0" marL="2857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•"/>
            </a:pPr>
            <a:r>
              <a:rPr lang="ja-JP">
                <a:latin typeface="Meiryo"/>
                <a:ea typeface="Meiryo"/>
                <a:cs typeface="Meiryo"/>
                <a:sym typeface="Meiryo"/>
              </a:rPr>
              <a:t>文字起こし: OpenAI Whisper（高精度な音声認識）</a:t>
            </a:r>
            <a:endParaRPr>
              <a:latin typeface="Meiryo"/>
              <a:ea typeface="Meiryo"/>
              <a:cs typeface="Meiryo"/>
              <a:sym typeface="Meiryo"/>
            </a:endParaRPr>
          </a:p>
          <a:p>
            <a:pPr indent="-285750" lvl="0" marL="2857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•"/>
            </a:pPr>
            <a:r>
              <a:rPr lang="ja-JP">
                <a:latin typeface="Meiryo"/>
                <a:ea typeface="Meiryo"/>
                <a:cs typeface="Meiryo"/>
                <a:sym typeface="Meiryo"/>
              </a:rPr>
              <a:t>AI補正: Ollama + Llama 3.2（ローカルで動作するLLM）</a:t>
            </a:r>
            <a:endParaRPr>
              <a:latin typeface="Meiryo"/>
              <a:ea typeface="Meiryo"/>
              <a:cs typeface="Meiryo"/>
              <a:sym typeface="Meiryo"/>
            </a:endParaRPr>
          </a:p>
          <a:p>
            <a:pPr indent="-285750" lvl="0" marL="2857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•"/>
            </a:pPr>
            <a:r>
              <a:rPr lang="ja-JP">
                <a:latin typeface="Meiryo"/>
                <a:ea typeface="Meiryo"/>
                <a:cs typeface="Meiryo"/>
                <a:sym typeface="Meiryo"/>
              </a:rPr>
              <a:t>音声分析: librosa（音声特徴量抽出ライブラリ）</a:t>
            </a:r>
            <a:endParaRPr>
              <a:latin typeface="Meiryo"/>
              <a:ea typeface="Meiryo"/>
              <a:cs typeface="Meiryo"/>
              <a:sym typeface="Meiryo"/>
            </a:endParaRPr>
          </a:p>
          <a:p>
            <a:pPr indent="-285750" lvl="0" marL="2857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•"/>
            </a:pPr>
            <a:r>
              <a:rPr lang="ja-JP">
                <a:latin typeface="Meiryo"/>
                <a:ea typeface="Meiryo"/>
                <a:cs typeface="Meiryo"/>
                <a:sym typeface="Meiryo"/>
              </a:rPr>
              <a:t>データベース: SQLAlchemy（面接履歴の管理）</a:t>
            </a:r>
            <a:endParaRPr>
              <a:latin typeface="Meiryo"/>
              <a:ea typeface="Meiryo"/>
              <a:cs typeface="Meiryo"/>
              <a:sym typeface="Meiryo"/>
            </a:endParaRPr>
          </a:p>
          <a:p>
            <a:pPr indent="-285750" lvl="0" marL="2857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•"/>
            </a:pPr>
            <a:r>
              <a:rPr lang="ja-JP">
                <a:latin typeface="Meiryo"/>
                <a:ea typeface="Meiryo"/>
                <a:cs typeface="Meiryo"/>
                <a:sym typeface="Meiryo"/>
              </a:rPr>
              <a:t>-レポート生成: FPDF2、matplotlib（PDF生成、グラフ可視化）</a:t>
            </a:r>
            <a:endParaRPr>
              <a:latin typeface="Meiryo"/>
              <a:ea typeface="Meiryo"/>
              <a:cs typeface="Meiryo"/>
              <a:sym typeface="Meiryo"/>
            </a:endParaRPr>
          </a:p>
          <a:p>
            <a:pPr indent="-196850" lvl="0" marL="2857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Meiryo"/>
              <a:ea typeface="Meiryo"/>
              <a:cs typeface="Meiryo"/>
              <a:sym typeface="Meiryo"/>
            </a:endParaRPr>
          </a:p>
          <a:p>
            <a:pPr indent="-285750" lvl="0" marL="2857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Noto Sans Symbols"/>
              <a:buChar char="■"/>
            </a:pPr>
            <a:r>
              <a:rPr b="1" i="0" lang="ja-JP" sz="1400" u="none" cap="none" strike="noStrike">
                <a:solidFill>
                  <a:srgbClr val="000000"/>
                </a:solidFill>
                <a:latin typeface="Meiryo"/>
                <a:ea typeface="Meiryo"/>
                <a:cs typeface="Meiryo"/>
                <a:sym typeface="Meiryo"/>
              </a:rPr>
              <a:t>工夫した点・独自のポイント（新しさや差別化）【必須】</a:t>
            </a:r>
            <a:endParaRPr>
              <a:latin typeface="Meiryo"/>
              <a:ea typeface="Meiryo"/>
              <a:cs typeface="Meiryo"/>
              <a:sym typeface="Meiryo"/>
            </a:endParaRPr>
          </a:p>
          <a:p>
            <a:pPr indent="-285750" lvl="0" marL="2857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•"/>
            </a:pPr>
            <a:r>
              <a:rPr lang="ja-JP">
                <a:latin typeface="Meiryo"/>
                <a:ea typeface="Meiryo"/>
                <a:cs typeface="Meiryo"/>
                <a:sym typeface="Meiryo"/>
              </a:rPr>
              <a:t>プライバシー優先: クラウドAPIを使わず、すべてローカル処理</a:t>
            </a:r>
            <a:endParaRPr>
              <a:latin typeface="Meiryo"/>
              <a:ea typeface="Meiryo"/>
              <a:cs typeface="Meiryo"/>
              <a:sym typeface="Meiryo"/>
            </a:endParaRPr>
          </a:p>
          <a:p>
            <a:pPr indent="-285750" lvl="0" marL="2857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•"/>
            </a:pPr>
            <a:r>
              <a:rPr lang="ja-JP">
                <a:latin typeface="Meiryo"/>
                <a:ea typeface="Meiryo"/>
                <a:cs typeface="Meiryo"/>
                <a:sym typeface="Meiryo"/>
              </a:rPr>
              <a:t>多角的分析: 単なる文字起こしだけでなく、感情分析や声質分析まで実施</a:t>
            </a:r>
            <a:endParaRPr>
              <a:latin typeface="Meiryo"/>
              <a:ea typeface="Meiryo"/>
              <a:cs typeface="Meiryo"/>
              <a:sym typeface="Meiryo"/>
            </a:endParaRPr>
          </a:p>
          <a:p>
            <a:pPr indent="-285750" lvl="0" marL="2857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•"/>
            </a:pPr>
            <a:r>
              <a:rPr lang="ja-JP">
                <a:latin typeface="Meiryo"/>
                <a:ea typeface="Meiryo"/>
                <a:cs typeface="Meiryo"/>
                <a:sym typeface="Meiryo"/>
              </a:rPr>
              <a:t>教育特化: 面接練習に特化した分析項目（敬語チェック、話速、自信度など）</a:t>
            </a:r>
            <a:endParaRPr>
              <a:latin typeface="Meiryo"/>
              <a:ea typeface="Meiryo"/>
              <a:cs typeface="Meiryo"/>
              <a:sym typeface="Meiryo"/>
            </a:endParaRPr>
          </a:p>
          <a:p>
            <a:pPr indent="-285750" lvl="0" marL="2857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•"/>
            </a:pPr>
            <a:r>
              <a:rPr lang="ja-JP">
                <a:latin typeface="Meiryo"/>
                <a:ea typeface="Meiryo"/>
                <a:cs typeface="Meiryo"/>
                <a:sym typeface="Meiryo"/>
              </a:rPr>
              <a:t>使いやすさ</a:t>
            </a:r>
            <a:r>
              <a:rPr lang="ja-JP">
                <a:latin typeface="Meiryo"/>
                <a:ea typeface="Meiryo"/>
                <a:cs typeface="Meiryo"/>
                <a:sym typeface="Meiryo"/>
              </a:rPr>
              <a:t>:</a:t>
            </a:r>
            <a:r>
              <a:rPr lang="ja-JP">
                <a:latin typeface="Meiryo"/>
                <a:ea typeface="Meiryo"/>
                <a:cs typeface="Meiryo"/>
                <a:sym typeface="Meiryo"/>
              </a:rPr>
              <a:t> 専門知識なしでブラウザから簡単に利用可能</a:t>
            </a:r>
            <a:endParaRPr>
              <a:latin typeface="Meiryo"/>
              <a:ea typeface="Meiryo"/>
              <a:cs typeface="Meiryo"/>
              <a:sym typeface="Meiryo"/>
            </a:endParaRPr>
          </a:p>
        </p:txBody>
      </p:sp>
      <p:sp>
        <p:nvSpPr>
          <p:cNvPr id="102" name="Google Shape;102;p20"/>
          <p:cNvSpPr txBox="1"/>
          <p:nvPr>
            <p:ph idx="12" type="sldNum"/>
          </p:nvPr>
        </p:nvSpPr>
        <p:spPr>
          <a:xfrm>
            <a:off x="3974306" y="71945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</a:pPr>
            <a:fld id="{00000000-1234-1234-1234-123412341234}" type="slidenum">
              <a:rPr lang="ja-JP"/>
              <a:t>‹#›</a:t>
            </a:fld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21"/>
          <p:cNvSpPr txBox="1"/>
          <p:nvPr/>
        </p:nvSpPr>
        <p:spPr>
          <a:xfrm>
            <a:off x="393700" y="276225"/>
            <a:ext cx="7223252" cy="25775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1425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ja-JP" sz="1600" u="none" cap="none" strike="noStrike">
                <a:solidFill>
                  <a:schemeClr val="dk1"/>
                </a:solidFill>
                <a:latin typeface="Meiryo"/>
                <a:ea typeface="Meiryo"/>
                <a:cs typeface="Meiryo"/>
                <a:sym typeface="Meiryo"/>
              </a:rPr>
              <a:t>作品詳細④（システム構成図）　</a:t>
            </a:r>
            <a:endParaRPr b="1" i="0" sz="1600" u="none" cap="none" strike="noStrike">
              <a:solidFill>
                <a:schemeClr val="dk1"/>
              </a:solidFill>
              <a:latin typeface="Meiryo"/>
              <a:ea typeface="Meiryo"/>
              <a:cs typeface="Meiryo"/>
              <a:sym typeface="Meiryo"/>
            </a:endParaRPr>
          </a:p>
        </p:txBody>
      </p:sp>
      <p:sp>
        <p:nvSpPr>
          <p:cNvPr id="108" name="Google Shape;108;p21"/>
          <p:cNvSpPr txBox="1"/>
          <p:nvPr/>
        </p:nvSpPr>
        <p:spPr>
          <a:xfrm>
            <a:off x="457708" y="967690"/>
            <a:ext cx="93171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285750" lvl="0" marL="2857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Noto Sans Symbols"/>
              <a:buChar char="■"/>
            </a:pPr>
            <a:r>
              <a:rPr b="1" i="0" lang="ja-JP" sz="1400" u="none" cap="none" strike="noStrike">
                <a:solidFill>
                  <a:srgbClr val="000000"/>
                </a:solidFill>
                <a:latin typeface="Meiryo"/>
                <a:ea typeface="Meiryo"/>
                <a:cs typeface="Meiryo"/>
                <a:sym typeface="Meiryo"/>
              </a:rPr>
              <a:t>システム構成図【必須】</a:t>
            </a:r>
            <a:endParaRPr b="0" i="0" sz="1400" u="none" cap="none" strike="noStrike">
              <a:solidFill>
                <a:srgbClr val="000000"/>
              </a:solidFill>
              <a:latin typeface="Meiryo"/>
              <a:ea typeface="Meiryo"/>
              <a:cs typeface="Meiryo"/>
              <a:sym typeface="Meiryo"/>
            </a:endParaRPr>
          </a:p>
          <a:p>
            <a:pPr indent="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Meiryo"/>
              <a:ea typeface="Meiryo"/>
              <a:cs typeface="Meiryo"/>
              <a:sym typeface="Meiryo"/>
            </a:endParaRPr>
          </a:p>
        </p:txBody>
      </p:sp>
      <p:sp>
        <p:nvSpPr>
          <p:cNvPr id="109" name="Google Shape;109;p21"/>
          <p:cNvSpPr txBox="1"/>
          <p:nvPr>
            <p:ph idx="12" type="sldNum"/>
          </p:nvPr>
        </p:nvSpPr>
        <p:spPr>
          <a:xfrm>
            <a:off x="3974306" y="71945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</a:pPr>
            <a:fld id="{00000000-1234-1234-1234-123412341234}" type="slidenum">
              <a:rPr lang="ja-JP"/>
              <a:t>‹#›</a:t>
            </a:fld>
            <a:endParaRPr/>
          </a:p>
        </p:txBody>
      </p:sp>
      <p:pic>
        <p:nvPicPr>
          <p:cNvPr id="110" name="Google Shape;110;p2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556700" y="1354315"/>
            <a:ext cx="4818816" cy="539885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22"/>
          <p:cNvSpPr txBox="1"/>
          <p:nvPr/>
        </p:nvSpPr>
        <p:spPr>
          <a:xfrm>
            <a:off x="393700" y="276225"/>
            <a:ext cx="7223252" cy="25775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1425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ja-JP" sz="1600" u="none" cap="none" strike="noStrike">
                <a:solidFill>
                  <a:schemeClr val="dk1"/>
                </a:solidFill>
                <a:latin typeface="Meiryo"/>
                <a:ea typeface="Meiryo"/>
                <a:cs typeface="Meiryo"/>
                <a:sym typeface="Meiryo"/>
              </a:rPr>
              <a:t>作品詳細⑤（処理の流れ）　</a:t>
            </a:r>
            <a:endParaRPr b="1" i="0" sz="1600" u="none" cap="none" strike="noStrike">
              <a:solidFill>
                <a:schemeClr val="dk1"/>
              </a:solidFill>
              <a:latin typeface="Meiryo"/>
              <a:ea typeface="Meiryo"/>
              <a:cs typeface="Meiryo"/>
              <a:sym typeface="Meiryo"/>
            </a:endParaRPr>
          </a:p>
        </p:txBody>
      </p:sp>
      <p:sp>
        <p:nvSpPr>
          <p:cNvPr id="116" name="Google Shape;116;p22"/>
          <p:cNvSpPr txBox="1"/>
          <p:nvPr/>
        </p:nvSpPr>
        <p:spPr>
          <a:xfrm>
            <a:off x="475996" y="1049986"/>
            <a:ext cx="9573300" cy="4833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285750" lvl="0" marL="2857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Noto Sans Symbols"/>
              <a:buChar char="■"/>
            </a:pPr>
            <a:r>
              <a:rPr b="1" i="0" lang="ja-JP" sz="1400" u="none" cap="none" strike="noStrike">
                <a:solidFill>
                  <a:srgbClr val="000000"/>
                </a:solidFill>
                <a:latin typeface="Meiryo"/>
                <a:ea typeface="Meiryo"/>
                <a:cs typeface="Meiryo"/>
                <a:sym typeface="Meiryo"/>
              </a:rPr>
              <a:t>アルゴリズム（処理の流れ）【必須】</a:t>
            </a:r>
            <a:endParaRPr/>
          </a:p>
          <a:p>
            <a:pPr indent="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Meiryo"/>
              <a:ea typeface="Meiryo"/>
              <a:cs typeface="Meiryo"/>
              <a:sym typeface="Meiry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Meiryo"/>
              <a:ea typeface="Meiryo"/>
              <a:cs typeface="Meiryo"/>
              <a:sym typeface="Meiry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Meiryo"/>
              <a:ea typeface="Meiryo"/>
              <a:cs typeface="Meiryo"/>
              <a:sym typeface="Meiry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Meiryo"/>
              <a:ea typeface="Meiryo"/>
              <a:cs typeface="Meiryo"/>
              <a:sym typeface="Meiry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Meiryo"/>
              <a:ea typeface="Meiryo"/>
              <a:cs typeface="Meiryo"/>
              <a:sym typeface="Meiry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Meiryo"/>
              <a:ea typeface="Meiryo"/>
              <a:cs typeface="Meiryo"/>
              <a:sym typeface="Meiry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Meiryo"/>
              <a:ea typeface="Meiryo"/>
              <a:cs typeface="Meiryo"/>
              <a:sym typeface="Meiry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Meiryo"/>
              <a:ea typeface="Meiryo"/>
              <a:cs typeface="Meiryo"/>
              <a:sym typeface="Meiry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Meiryo"/>
              <a:ea typeface="Meiryo"/>
              <a:cs typeface="Meiryo"/>
              <a:sym typeface="Meiry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Meiryo"/>
              <a:ea typeface="Meiryo"/>
              <a:cs typeface="Meiryo"/>
              <a:sym typeface="Meiry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Meiryo"/>
              <a:ea typeface="Meiryo"/>
              <a:cs typeface="Meiryo"/>
              <a:sym typeface="Meiry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Meiryo"/>
              <a:ea typeface="Meiryo"/>
              <a:cs typeface="Meiryo"/>
              <a:sym typeface="Meiry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Meiryo"/>
              <a:ea typeface="Meiryo"/>
              <a:cs typeface="Meiryo"/>
              <a:sym typeface="Meiry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Meiryo"/>
              <a:ea typeface="Meiryo"/>
              <a:cs typeface="Meiryo"/>
              <a:sym typeface="Meiry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Meiryo"/>
              <a:ea typeface="Meiryo"/>
              <a:cs typeface="Meiryo"/>
              <a:sym typeface="Meiry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Meiryo"/>
              <a:ea typeface="Meiryo"/>
              <a:cs typeface="Meiryo"/>
              <a:sym typeface="Meiry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Meiryo"/>
              <a:ea typeface="Meiryo"/>
              <a:cs typeface="Meiryo"/>
              <a:sym typeface="Meiry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Meiryo"/>
              <a:ea typeface="Meiryo"/>
              <a:cs typeface="Meiryo"/>
              <a:sym typeface="Meiryo"/>
            </a:endParaRPr>
          </a:p>
          <a:p>
            <a:pPr indent="-285750" lvl="0" marL="2857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Noto Sans Symbols"/>
              <a:buChar char="■"/>
            </a:pPr>
            <a:r>
              <a:rPr b="1" i="0" lang="ja-JP" sz="1400" u="none" cap="none" strike="noStrike">
                <a:solidFill>
                  <a:srgbClr val="000000"/>
                </a:solidFill>
                <a:latin typeface="Meiryo"/>
                <a:ea typeface="Meiryo"/>
                <a:cs typeface="Meiryo"/>
                <a:sym typeface="Meiryo"/>
              </a:rPr>
              <a:t>ソースコード格納先【任意】</a:t>
            </a:r>
            <a:endParaRPr/>
          </a:p>
          <a:p>
            <a:pPr indent="-285750" lvl="0" marL="2857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•"/>
            </a:pPr>
            <a:r>
              <a:rPr lang="ja-JP">
                <a:latin typeface="Meiryo"/>
                <a:ea typeface="Meiryo"/>
                <a:cs typeface="Meiryo"/>
                <a:sym typeface="Meiryo"/>
              </a:rPr>
              <a:t>https://github.com/ootomonaiso/mensetu_renshyuu</a:t>
            </a:r>
            <a:endParaRPr b="0" i="0" sz="1400" u="none" cap="none" strike="noStrike">
              <a:solidFill>
                <a:srgbClr val="000000"/>
              </a:solidFill>
              <a:latin typeface="Meiryo"/>
              <a:ea typeface="Meiryo"/>
              <a:cs typeface="Meiryo"/>
              <a:sym typeface="Meiryo"/>
            </a:endParaRPr>
          </a:p>
          <a:p>
            <a:pPr indent="-285750" lvl="0" marL="2857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•"/>
            </a:pPr>
            <a:r>
              <a:rPr lang="ja-JP">
                <a:latin typeface="Meiryo"/>
                <a:ea typeface="Meiryo"/>
                <a:cs typeface="Meiryo"/>
                <a:sym typeface="Meiryo"/>
              </a:rPr>
              <a:t>詳しくはGitHubリポジトリ内のdocsディレクトリ及びreadmeを参照してください</a:t>
            </a:r>
            <a:endParaRPr b="0" i="0" sz="1400" u="none" cap="none" strike="noStrike">
              <a:solidFill>
                <a:srgbClr val="000000"/>
              </a:solidFill>
              <a:latin typeface="Meiryo"/>
              <a:ea typeface="Meiryo"/>
              <a:cs typeface="Meiryo"/>
              <a:sym typeface="Meiryo"/>
            </a:endParaRPr>
          </a:p>
        </p:txBody>
      </p:sp>
      <p:sp>
        <p:nvSpPr>
          <p:cNvPr id="117" name="Google Shape;117;p22"/>
          <p:cNvSpPr txBox="1"/>
          <p:nvPr>
            <p:ph idx="12" type="sldNum"/>
          </p:nvPr>
        </p:nvSpPr>
        <p:spPr>
          <a:xfrm>
            <a:off x="3974306" y="71945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</a:pPr>
            <a:fld id="{00000000-1234-1234-1234-123412341234}" type="slidenum">
              <a:rPr lang="ja-JP"/>
              <a:t>‹#›</a:t>
            </a:fld>
            <a:endParaRPr/>
          </a:p>
        </p:txBody>
      </p:sp>
      <p:pic>
        <p:nvPicPr>
          <p:cNvPr id="118" name="Google Shape;118;p22" title="名称未設定ファイル.drawio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56450" y="1412115"/>
            <a:ext cx="10387000" cy="338287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23"/>
          <p:cNvSpPr txBox="1"/>
          <p:nvPr/>
        </p:nvSpPr>
        <p:spPr>
          <a:xfrm>
            <a:off x="590225" y="276275"/>
            <a:ext cx="7223400" cy="257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1425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ja-JP" sz="1600" u="none" cap="none" strike="noStrike">
                <a:solidFill>
                  <a:schemeClr val="dk1"/>
                </a:solidFill>
                <a:latin typeface="Meiryo"/>
                <a:ea typeface="Meiryo"/>
                <a:cs typeface="Meiryo"/>
                <a:sym typeface="Meiryo"/>
              </a:rPr>
              <a:t>作品詳細⑥（作品の形）　</a:t>
            </a:r>
            <a:endParaRPr b="1" i="0" sz="1600" u="none" cap="none" strike="noStrike">
              <a:solidFill>
                <a:schemeClr val="dk1"/>
              </a:solidFill>
              <a:latin typeface="Meiryo"/>
              <a:ea typeface="Meiryo"/>
              <a:cs typeface="Meiryo"/>
              <a:sym typeface="Meiryo"/>
            </a:endParaRPr>
          </a:p>
        </p:txBody>
      </p:sp>
      <p:sp>
        <p:nvSpPr>
          <p:cNvPr id="124" name="Google Shape;124;p23"/>
          <p:cNvSpPr txBox="1"/>
          <p:nvPr/>
        </p:nvSpPr>
        <p:spPr>
          <a:xfrm>
            <a:off x="452871" y="633861"/>
            <a:ext cx="95733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285750" lvl="0" marL="2857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Noto Sans Symbols"/>
              <a:buChar char="■"/>
            </a:pPr>
            <a:r>
              <a:rPr b="1" i="0" lang="ja-JP" sz="1400" u="none" cap="none" strike="noStrike">
                <a:solidFill>
                  <a:srgbClr val="000000"/>
                </a:solidFill>
                <a:latin typeface="Meiryo"/>
                <a:ea typeface="Meiryo"/>
                <a:cs typeface="Meiryo"/>
                <a:sym typeface="Meiryo"/>
              </a:rPr>
              <a:t>作品の形（UI・見た目・全体の構造）【必須】</a:t>
            </a:r>
            <a:endParaRPr/>
          </a:p>
          <a:p>
            <a:pPr indent="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Meiryo"/>
              <a:ea typeface="Meiryo"/>
              <a:cs typeface="Meiryo"/>
              <a:sym typeface="Meiryo"/>
            </a:endParaRPr>
          </a:p>
        </p:txBody>
      </p:sp>
      <p:sp>
        <p:nvSpPr>
          <p:cNvPr id="125" name="Google Shape;125;p23"/>
          <p:cNvSpPr txBox="1"/>
          <p:nvPr>
            <p:ph idx="12" type="sldNum"/>
          </p:nvPr>
        </p:nvSpPr>
        <p:spPr>
          <a:xfrm>
            <a:off x="3974306" y="71945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</a:pPr>
            <a:fld id="{00000000-1234-1234-1234-123412341234}" type="slidenum">
              <a:rPr lang="ja-JP"/>
              <a:t>‹#›</a:t>
            </a:fld>
            <a:endParaRPr/>
          </a:p>
        </p:txBody>
      </p:sp>
      <p:pic>
        <p:nvPicPr>
          <p:cNvPr id="126" name="Google Shape;126;p2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345125" y="3229896"/>
            <a:ext cx="4967249" cy="3731679"/>
          </a:xfrm>
          <a:prstGeom prst="rect">
            <a:avLst/>
          </a:prstGeom>
          <a:noFill/>
          <a:ln>
            <a:noFill/>
          </a:ln>
        </p:spPr>
      </p:pic>
      <p:sp>
        <p:nvSpPr>
          <p:cNvPr id="127" name="Google Shape;127;p23"/>
          <p:cNvSpPr txBox="1"/>
          <p:nvPr/>
        </p:nvSpPr>
        <p:spPr>
          <a:xfrm>
            <a:off x="794350" y="1049975"/>
            <a:ext cx="3884100" cy="5787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ja-JP"/>
              <a:t>1. [録音開始]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ja-JP"/>
              <a:t>   ↓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ja-JP"/>
              <a:t>   - ユーザーがブラウザで「録音開始」ボタンをクリック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ja-JP"/>
              <a:t>   - JavaScript経由でマイク入力を取得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ja-JP"/>
              <a:t>   ↓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ja-JP"/>
              <a:t>2. [録音中]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ja-JP"/>
              <a:t>   ↓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ja-JP"/>
              <a:t>   - 音声データをリアルタイムで収集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ja-JP"/>
              <a:t>   - 録音時間を表示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ja-JP"/>
              <a:t>   ↓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ja-JP"/>
              <a:t>3. [録音停止]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ja-JP"/>
              <a:t>   ↓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ja-JP"/>
              <a:t>   - ユーザーが「停止」ボタンをクリック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ja-JP"/>
              <a:t>   - 音声データをWAVファイルとして保存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ja-JP"/>
              <a:t>   ↓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ja-JP"/>
              <a:t>4. [アップロード]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ja-JP"/>
              <a:t>   ↓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ja-JP"/>
              <a:t>   ↓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ja-JP"/>
              <a:t>5. [結果表示]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ja-JP"/>
              <a:t>    ↓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ja-JP"/>
              <a:t>処理中のシークバーの表示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ja-JP"/>
              <a:t>    - ブラウザにレポートを表示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ja-JP"/>
              <a:t>    - ダウンロードリンクを提供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ja-JP"/>
              <a:t>    ↓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ja-JP"/>
              <a:t>   [完了]</a:t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p24"/>
          <p:cNvSpPr txBox="1"/>
          <p:nvPr/>
        </p:nvSpPr>
        <p:spPr>
          <a:xfrm>
            <a:off x="393700" y="276225"/>
            <a:ext cx="7223252" cy="25775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1425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ja-JP" sz="1600" u="none" cap="none" strike="noStrike">
                <a:solidFill>
                  <a:schemeClr val="dk1"/>
                </a:solidFill>
                <a:latin typeface="Meiryo"/>
                <a:ea typeface="Meiryo"/>
                <a:cs typeface="Meiryo"/>
                <a:sym typeface="Meiryo"/>
              </a:rPr>
              <a:t>作品詳細⑦（使いやすさと見せ方の工夫）　</a:t>
            </a:r>
            <a:endParaRPr b="1" i="0" sz="1600" u="none" cap="none" strike="noStrike">
              <a:solidFill>
                <a:schemeClr val="dk1"/>
              </a:solidFill>
              <a:latin typeface="Meiryo"/>
              <a:ea typeface="Meiryo"/>
              <a:cs typeface="Meiryo"/>
              <a:sym typeface="Meiryo"/>
            </a:endParaRPr>
          </a:p>
        </p:txBody>
      </p:sp>
      <p:sp>
        <p:nvSpPr>
          <p:cNvPr id="133" name="Google Shape;133;p24"/>
          <p:cNvSpPr txBox="1"/>
          <p:nvPr/>
        </p:nvSpPr>
        <p:spPr>
          <a:xfrm>
            <a:off x="475996" y="1049986"/>
            <a:ext cx="9573300" cy="5048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285750" lvl="0" marL="2857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Noto Sans Symbols"/>
              <a:buChar char="■"/>
            </a:pPr>
            <a:r>
              <a:rPr b="1" i="0" lang="ja-JP" sz="1400" u="none" cap="none" strike="noStrike">
                <a:solidFill>
                  <a:srgbClr val="000000"/>
                </a:solidFill>
                <a:latin typeface="Meiryo"/>
                <a:ea typeface="Meiryo"/>
                <a:cs typeface="Meiryo"/>
                <a:sym typeface="Meiryo"/>
              </a:rPr>
              <a:t>使いやすさと見せ方の工夫【必須】</a:t>
            </a:r>
            <a:endParaRPr>
              <a:latin typeface="Meiryo"/>
              <a:ea typeface="Meiryo"/>
              <a:cs typeface="Meiryo"/>
              <a:sym typeface="Meiry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ja-JP">
                <a:latin typeface="Meiryo"/>
                <a:ea typeface="Meiryo"/>
                <a:cs typeface="Meiryo"/>
                <a:sym typeface="Meiryo"/>
              </a:rPr>
              <a:t>1. 専門知識不要: </a:t>
            </a:r>
            <a:endParaRPr>
              <a:latin typeface="Meiryo"/>
              <a:ea typeface="Meiryo"/>
              <a:cs typeface="Meiryo"/>
              <a:sym typeface="Meiryo"/>
            </a:endParaRPr>
          </a:p>
          <a:p>
            <a:pPr indent="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ja-JP">
                <a:latin typeface="Meiryo"/>
                <a:ea typeface="Meiryo"/>
                <a:cs typeface="Meiryo"/>
                <a:sym typeface="Meiryo"/>
              </a:rPr>
              <a:t>  - インストール後はブラウザから「録音開始」を押すだけ</a:t>
            </a:r>
            <a:endParaRPr>
              <a:latin typeface="Meiryo"/>
              <a:ea typeface="Meiryo"/>
              <a:cs typeface="Meiryo"/>
              <a:sym typeface="Meiryo"/>
            </a:endParaRPr>
          </a:p>
          <a:p>
            <a:pPr indent="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ja-JP">
                <a:latin typeface="Meiryo"/>
                <a:ea typeface="Meiryo"/>
                <a:cs typeface="Meiryo"/>
                <a:sym typeface="Meiryo"/>
              </a:rPr>
              <a:t> - 複雑な設定やパラメータ調整は不要</a:t>
            </a:r>
            <a:endParaRPr>
              <a:latin typeface="Meiryo"/>
              <a:ea typeface="Meiryo"/>
              <a:cs typeface="Meiryo"/>
              <a:sym typeface="Meiry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Meiryo"/>
              <a:ea typeface="Meiryo"/>
              <a:cs typeface="Meiryo"/>
              <a:sym typeface="Meiry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ja-JP">
                <a:latin typeface="Meiryo"/>
                <a:ea typeface="Meiryo"/>
                <a:cs typeface="Meiryo"/>
                <a:sym typeface="Meiryo"/>
              </a:rPr>
              <a:t>2. 視覚的なフィードバック:</a:t>
            </a:r>
            <a:endParaRPr>
              <a:latin typeface="Meiryo"/>
              <a:ea typeface="Meiryo"/>
              <a:cs typeface="Meiryo"/>
              <a:sym typeface="Meiryo"/>
            </a:endParaRPr>
          </a:p>
          <a:p>
            <a:pPr indent="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ja-JP">
                <a:latin typeface="Meiryo"/>
                <a:ea typeface="Meiryo"/>
                <a:cs typeface="Meiryo"/>
                <a:sym typeface="Meiryo"/>
              </a:rPr>
              <a:t>   </a:t>
            </a:r>
            <a:r>
              <a:rPr lang="ja-JP">
                <a:latin typeface="Meiryo"/>
                <a:ea typeface="Meiryo"/>
                <a:cs typeface="Meiryo"/>
                <a:sym typeface="Meiryo"/>
              </a:rPr>
              <a:t>- グラフで直感的に理解できる（話速、ピッチ、音量）</a:t>
            </a:r>
            <a:endParaRPr>
              <a:latin typeface="Meiryo"/>
              <a:ea typeface="Meiryo"/>
              <a:cs typeface="Meiryo"/>
              <a:sym typeface="Meiryo"/>
            </a:endParaRPr>
          </a:p>
          <a:p>
            <a:pPr indent="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ja-JP">
                <a:latin typeface="Meiryo"/>
                <a:ea typeface="Meiryo"/>
                <a:cs typeface="Meiryo"/>
                <a:sym typeface="Meiryo"/>
              </a:rPr>
              <a:t>- 色分けで改善点を強調（赤=要改善、緑=良好）</a:t>
            </a:r>
            <a:endParaRPr>
              <a:latin typeface="Meiryo"/>
              <a:ea typeface="Meiryo"/>
              <a:cs typeface="Meiryo"/>
              <a:sym typeface="Meiryo"/>
            </a:endParaRPr>
          </a:p>
          <a:p>
            <a:pPr indent="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Meiryo"/>
              <a:ea typeface="Meiryo"/>
              <a:cs typeface="Meiryo"/>
              <a:sym typeface="Meiry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ja-JP">
                <a:latin typeface="Meiryo"/>
                <a:ea typeface="Meiryo"/>
                <a:cs typeface="Meiryo"/>
                <a:sym typeface="Meiryo"/>
              </a:rPr>
              <a:t>3</a:t>
            </a:r>
            <a:r>
              <a:rPr lang="ja-JP">
                <a:latin typeface="Meiryo"/>
                <a:ea typeface="Meiryo"/>
                <a:cs typeface="Meiryo"/>
                <a:sym typeface="Meiryo"/>
              </a:rPr>
              <a:t>. 段階的な情報提示:</a:t>
            </a:r>
            <a:endParaRPr>
              <a:latin typeface="Meiryo"/>
              <a:ea typeface="Meiryo"/>
              <a:cs typeface="Meiryo"/>
              <a:sym typeface="Meiryo"/>
            </a:endParaRPr>
          </a:p>
          <a:p>
            <a:pPr indent="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ja-JP">
                <a:latin typeface="Meiryo"/>
                <a:ea typeface="Meiryo"/>
                <a:cs typeface="Meiryo"/>
                <a:sym typeface="Meiryo"/>
              </a:rPr>
              <a:t>- まず全体サマリーを表示</a:t>
            </a:r>
            <a:endParaRPr>
              <a:latin typeface="Meiryo"/>
              <a:ea typeface="Meiryo"/>
              <a:cs typeface="Meiryo"/>
              <a:sym typeface="Meiryo"/>
            </a:endParaRPr>
          </a:p>
          <a:p>
            <a:pPr indent="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ja-JP">
                <a:latin typeface="Meiryo"/>
                <a:ea typeface="Meiryo"/>
                <a:cs typeface="Meiryo"/>
                <a:sym typeface="Meiryo"/>
              </a:rPr>
              <a:t>- 詳細が見たい部分はクリックで展開</a:t>
            </a:r>
            <a:endParaRPr>
              <a:latin typeface="Meiryo"/>
              <a:ea typeface="Meiryo"/>
              <a:cs typeface="Meiryo"/>
              <a:sym typeface="Meiry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Meiryo"/>
              <a:ea typeface="Meiryo"/>
              <a:cs typeface="Meiryo"/>
              <a:sym typeface="Meiry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ja-JP">
                <a:latin typeface="Meiryo"/>
                <a:ea typeface="Meiryo"/>
                <a:cs typeface="Meiryo"/>
                <a:sym typeface="Meiryo"/>
              </a:rPr>
              <a:t>4. 初心者でも安心:</a:t>
            </a:r>
            <a:endParaRPr>
              <a:latin typeface="Meiryo"/>
              <a:ea typeface="Meiryo"/>
              <a:cs typeface="Meiryo"/>
              <a:sym typeface="Meiryo"/>
            </a:endParaRPr>
          </a:p>
          <a:p>
            <a:pPr indent="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ja-JP">
                <a:latin typeface="Meiryo"/>
                <a:ea typeface="Meiryo"/>
                <a:cs typeface="Meiryo"/>
                <a:sym typeface="Meiryo"/>
              </a:rPr>
              <a:t>- ツールチップで各指標の意味を説明</a:t>
            </a:r>
            <a:endParaRPr>
              <a:latin typeface="Meiryo"/>
              <a:ea typeface="Meiryo"/>
              <a:cs typeface="Meiryo"/>
              <a:sym typeface="Meiryo"/>
            </a:endParaRPr>
          </a:p>
          <a:p>
            <a:pPr indent="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ja-JP">
                <a:latin typeface="Meiryo"/>
                <a:ea typeface="Meiryo"/>
                <a:cs typeface="Meiryo"/>
                <a:sym typeface="Meiryo"/>
              </a:rPr>
              <a:t>- 「この数値はどうすれば改善できる?」のヒントを表示</a:t>
            </a:r>
            <a:endParaRPr>
              <a:latin typeface="Meiryo"/>
              <a:ea typeface="Meiryo"/>
              <a:cs typeface="Meiryo"/>
              <a:sym typeface="Meiry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Meiryo"/>
              <a:ea typeface="Meiryo"/>
              <a:cs typeface="Meiryo"/>
              <a:sym typeface="Meiry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ja-JP">
                <a:latin typeface="Meiryo"/>
                <a:ea typeface="Meiryo"/>
                <a:cs typeface="Meiryo"/>
                <a:sym typeface="Meiryo"/>
              </a:rPr>
              <a:t>5. アクセシビリティ:</a:t>
            </a:r>
            <a:endParaRPr>
              <a:latin typeface="Meiryo"/>
              <a:ea typeface="Meiryo"/>
              <a:cs typeface="Meiryo"/>
              <a:sym typeface="Meiry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ja-JP">
                <a:latin typeface="Meiryo"/>
                <a:ea typeface="Meiryo"/>
                <a:cs typeface="Meiryo"/>
                <a:sym typeface="Meiryo"/>
              </a:rPr>
              <a:t>   - 画面リーダー対応</a:t>
            </a:r>
            <a:endParaRPr>
              <a:latin typeface="Meiryo"/>
              <a:ea typeface="Meiryo"/>
              <a:cs typeface="Meiryo"/>
              <a:sym typeface="Meiry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ja-JP">
                <a:latin typeface="Meiryo"/>
                <a:ea typeface="Meiryo"/>
                <a:cs typeface="Meiryo"/>
                <a:sym typeface="Meiryo"/>
              </a:rPr>
              <a:t>   - キーボード操作のみでも利用可能</a:t>
            </a:r>
            <a:endParaRPr>
              <a:latin typeface="Meiryo"/>
              <a:ea typeface="Meiryo"/>
              <a:cs typeface="Meiryo"/>
              <a:sym typeface="Meiry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Meiryo"/>
              <a:ea typeface="Meiryo"/>
              <a:cs typeface="Meiryo"/>
              <a:sym typeface="Meiry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ja-JP">
                <a:latin typeface="Meiryo"/>
                <a:ea typeface="Meiryo"/>
                <a:cs typeface="Meiryo"/>
                <a:sym typeface="Meiryo"/>
              </a:rPr>
              <a:t>6. モバイル対応:</a:t>
            </a:r>
            <a:endParaRPr>
              <a:latin typeface="Meiryo"/>
              <a:ea typeface="Meiryo"/>
              <a:cs typeface="Meiryo"/>
              <a:sym typeface="Meiry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ja-JP">
                <a:latin typeface="Meiryo"/>
                <a:ea typeface="Meiryo"/>
                <a:cs typeface="Meiryo"/>
                <a:sym typeface="Meiryo"/>
              </a:rPr>
              <a:t>   - レスポンシブデザインでスマホからも閲覧可能</a:t>
            </a:r>
            <a:endParaRPr>
              <a:latin typeface="Meiryo"/>
              <a:ea typeface="Meiryo"/>
              <a:cs typeface="Meiryo"/>
              <a:sym typeface="Meiryo"/>
            </a:endParaRPr>
          </a:p>
        </p:txBody>
      </p:sp>
      <p:sp>
        <p:nvSpPr>
          <p:cNvPr id="134" name="Google Shape;134;p24"/>
          <p:cNvSpPr txBox="1"/>
          <p:nvPr>
            <p:ph idx="12" type="sldNum"/>
          </p:nvPr>
        </p:nvSpPr>
        <p:spPr>
          <a:xfrm>
            <a:off x="3974306" y="71945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</a:pPr>
            <a:fld id="{00000000-1234-1234-1234-123412341234}" type="slidenum">
              <a:rPr lang="ja-JP"/>
              <a:t>‹#›</a:t>
            </a:fld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p25"/>
          <p:cNvSpPr txBox="1"/>
          <p:nvPr/>
        </p:nvSpPr>
        <p:spPr>
          <a:xfrm>
            <a:off x="393700" y="276225"/>
            <a:ext cx="7223252" cy="25775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1425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ja-JP" sz="1600" u="none" cap="none" strike="noStrike">
                <a:solidFill>
                  <a:schemeClr val="dk1"/>
                </a:solidFill>
                <a:latin typeface="Meiryo"/>
                <a:ea typeface="Meiryo"/>
                <a:cs typeface="Meiryo"/>
                <a:sym typeface="Meiryo"/>
              </a:rPr>
              <a:t>作品詳細⑧（探究のプロセス）　</a:t>
            </a:r>
            <a:endParaRPr b="1" i="0" sz="1600" u="none" cap="none" strike="noStrike">
              <a:solidFill>
                <a:schemeClr val="dk1"/>
              </a:solidFill>
              <a:latin typeface="Meiryo"/>
              <a:ea typeface="Meiryo"/>
              <a:cs typeface="Meiryo"/>
              <a:sym typeface="Meiryo"/>
            </a:endParaRPr>
          </a:p>
        </p:txBody>
      </p:sp>
      <p:sp>
        <p:nvSpPr>
          <p:cNvPr id="140" name="Google Shape;140;p25"/>
          <p:cNvSpPr txBox="1"/>
          <p:nvPr/>
        </p:nvSpPr>
        <p:spPr>
          <a:xfrm>
            <a:off x="558468" y="775769"/>
            <a:ext cx="9573300" cy="6126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285750" lvl="0" marL="2857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Noto Sans Symbols"/>
              <a:buChar char="■"/>
            </a:pPr>
            <a:r>
              <a:rPr b="1" i="0" lang="ja-JP" sz="1400" u="none" cap="none" strike="noStrike">
                <a:solidFill>
                  <a:srgbClr val="000000"/>
                </a:solidFill>
                <a:latin typeface="Meiryo"/>
                <a:ea typeface="Meiryo"/>
                <a:cs typeface="Meiryo"/>
                <a:sym typeface="Meiryo"/>
              </a:rPr>
              <a:t>最初の「もやもや」はどんなものでしたか？【必須】</a:t>
            </a:r>
            <a:endParaRPr/>
          </a:p>
          <a:p>
            <a:pPr indent="-285750" lvl="0" marL="2857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•"/>
            </a:pPr>
            <a:r>
              <a:rPr lang="ja-JP">
                <a:latin typeface="Meiryo"/>
                <a:ea typeface="Meiryo"/>
                <a:cs typeface="Meiryo"/>
                <a:sym typeface="Meiryo"/>
              </a:rPr>
              <a:t>「面接練習で先生に『もっと自信を持って話して』と言われるけど、具体的に何をどう改善すればいいのか分からない…」という友人の悩みを聞いたことがきっかけ。主観的なフィードバックだけでは、具体的な改善が難しいと感じた。</a:t>
            </a:r>
            <a:endParaRPr b="1" i="0" sz="1400" u="none" cap="none" strike="noStrike">
              <a:solidFill>
                <a:srgbClr val="000000"/>
              </a:solidFill>
              <a:latin typeface="Meiryo"/>
              <a:ea typeface="Meiryo"/>
              <a:cs typeface="Meiryo"/>
              <a:sym typeface="Meiryo"/>
            </a:endParaRPr>
          </a:p>
          <a:p>
            <a:pPr indent="-285750" lvl="0" marL="2857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Noto Sans Symbols"/>
              <a:buChar char="■"/>
            </a:pPr>
            <a:r>
              <a:rPr b="1" i="0" lang="ja-JP" sz="1400" u="none" cap="none" strike="noStrike">
                <a:solidFill>
                  <a:srgbClr val="000000"/>
                </a:solidFill>
                <a:latin typeface="Meiryo"/>
                <a:ea typeface="Meiryo"/>
                <a:cs typeface="Meiryo"/>
                <a:sym typeface="Meiryo"/>
              </a:rPr>
              <a:t>調べたこと・試してみたことはなんですか？【必須】</a:t>
            </a:r>
            <a:endParaRPr b="0" i="0" sz="1400" u="none" cap="none" strike="noStrike">
              <a:solidFill>
                <a:srgbClr val="000000"/>
              </a:solidFill>
              <a:latin typeface="Meiryo"/>
              <a:ea typeface="Meiryo"/>
              <a:cs typeface="Meiryo"/>
              <a:sym typeface="Meiry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ja-JP">
                <a:latin typeface="Meiryo"/>
                <a:ea typeface="Meiryo"/>
                <a:cs typeface="Meiryo"/>
                <a:sym typeface="Meiryo"/>
              </a:rPr>
              <a:t>1. 市場調査: </a:t>
            </a:r>
            <a:endParaRPr>
              <a:latin typeface="Meiryo"/>
              <a:ea typeface="Meiryo"/>
              <a:cs typeface="Meiryo"/>
              <a:sym typeface="Meiryo"/>
            </a:endParaRPr>
          </a:p>
          <a:p>
            <a:pPr indent="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ja-JP">
                <a:latin typeface="Meiryo"/>
                <a:ea typeface="Meiryo"/>
                <a:cs typeface="Meiryo"/>
                <a:sym typeface="Meiryo"/>
              </a:rPr>
              <a:t> - 既存の面接対策サービスを調査 → 高額（月額5000円〜）</a:t>
            </a:r>
            <a:endParaRPr>
              <a:latin typeface="Meiryo"/>
              <a:ea typeface="Meiryo"/>
              <a:cs typeface="Meiryo"/>
              <a:sym typeface="Meiry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ja-JP">
                <a:latin typeface="Meiryo"/>
                <a:ea typeface="Meiryo"/>
                <a:cs typeface="Meiryo"/>
                <a:sym typeface="Meiryo"/>
              </a:rPr>
              <a:t>   	 - Gemini、Claudeなど各種生成AI→ 便利だが外部にデータを送信しているので不安がある人もいる可能性</a:t>
            </a:r>
            <a:endParaRPr>
              <a:latin typeface="Meiryo"/>
              <a:ea typeface="Meiryo"/>
              <a:cs typeface="Meiryo"/>
              <a:sym typeface="Meiry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ja-JP">
                <a:latin typeface="Meiryo"/>
                <a:ea typeface="Meiryo"/>
                <a:cs typeface="Meiryo"/>
                <a:sym typeface="Meiryo"/>
              </a:rPr>
              <a:t>2. 技術検証:</a:t>
            </a:r>
            <a:endParaRPr>
              <a:latin typeface="Meiryo"/>
              <a:ea typeface="Meiryo"/>
              <a:cs typeface="Meiryo"/>
              <a:sym typeface="Meiryo"/>
            </a:endParaRPr>
          </a:p>
          <a:p>
            <a:pPr indent="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ja-JP">
                <a:latin typeface="Meiryo"/>
                <a:ea typeface="Meiryo"/>
                <a:cs typeface="Meiryo"/>
                <a:sym typeface="Meiryo"/>
              </a:rPr>
              <a:t> - OpenAI Whisperで日本語文字起こしの精度をテスト → 高精度</a:t>
            </a:r>
            <a:endParaRPr>
              <a:latin typeface="Meiryo"/>
              <a:ea typeface="Meiryo"/>
              <a:cs typeface="Meiryo"/>
              <a:sym typeface="Meiryo"/>
            </a:endParaRPr>
          </a:p>
          <a:p>
            <a:pPr indent="45720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ja-JP">
                <a:latin typeface="Meiryo"/>
                <a:ea typeface="Meiryo"/>
                <a:cs typeface="Meiryo"/>
                <a:sym typeface="Meiryo"/>
              </a:rPr>
              <a:t> - pyannote.audioで話者分離を試行 → 2人の話者を明確に区別可能</a:t>
            </a:r>
            <a:endParaRPr>
              <a:latin typeface="Meiryo"/>
              <a:ea typeface="Meiryo"/>
              <a:cs typeface="Meiryo"/>
              <a:sym typeface="Meiryo"/>
            </a:endParaRPr>
          </a:p>
          <a:p>
            <a:pPr indent="45720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ja-JP">
                <a:latin typeface="Meiryo"/>
                <a:ea typeface="Meiryo"/>
                <a:cs typeface="Meiryo"/>
                <a:sym typeface="Meiryo"/>
              </a:rPr>
              <a:t> - Ollamaでローカル動作を確認 → API料金ゼロで実現可能</a:t>
            </a:r>
            <a:endParaRPr>
              <a:latin typeface="Meiryo"/>
              <a:ea typeface="Meiryo"/>
              <a:cs typeface="Meiryo"/>
              <a:sym typeface="Meiry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ja-JP">
                <a:latin typeface="Meiryo"/>
                <a:ea typeface="Meiryo"/>
                <a:cs typeface="Meiryo"/>
                <a:sym typeface="Meiryo"/>
              </a:rPr>
              <a:t>3. ユーザーテスト:</a:t>
            </a:r>
            <a:endParaRPr>
              <a:latin typeface="Meiryo"/>
              <a:ea typeface="Meiryo"/>
              <a:cs typeface="Meiryo"/>
              <a:sym typeface="Meiry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ja-JP">
                <a:latin typeface="Meiryo"/>
                <a:ea typeface="Meiryo"/>
                <a:cs typeface="Meiryo"/>
                <a:sym typeface="Meiryo"/>
              </a:rPr>
              <a:t> 	 - 教師と生徒に試用してもらい、フィードバックを収集</a:t>
            </a:r>
            <a:endParaRPr>
              <a:latin typeface="Meiryo"/>
              <a:ea typeface="Meiryo"/>
              <a:cs typeface="Meiryo"/>
              <a:sym typeface="Meiryo"/>
            </a:endParaRPr>
          </a:p>
          <a:p>
            <a:pPr indent="45720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ja-JP">
                <a:latin typeface="Meiryo"/>
                <a:ea typeface="Meiryo"/>
                <a:cs typeface="Meiryo"/>
                <a:sym typeface="Meiryo"/>
              </a:rPr>
              <a:t> - 「敬語チェックが役立つ」「グラフが分かりやすい」という声</a:t>
            </a:r>
            <a:endParaRPr b="0" i="0" sz="1400" u="none" cap="none" strike="noStrike">
              <a:solidFill>
                <a:srgbClr val="000000"/>
              </a:solidFill>
              <a:latin typeface="Meiryo"/>
              <a:ea typeface="Meiryo"/>
              <a:cs typeface="Meiryo"/>
              <a:sym typeface="Meiryo"/>
            </a:endParaRPr>
          </a:p>
          <a:p>
            <a:pPr indent="-285750" lvl="0" marL="2857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Noto Sans Symbols"/>
              <a:buChar char="■"/>
            </a:pPr>
            <a:r>
              <a:rPr b="1" i="0" lang="ja-JP" sz="1400" u="none" cap="none" strike="noStrike">
                <a:solidFill>
                  <a:srgbClr val="000000"/>
                </a:solidFill>
                <a:latin typeface="Meiryo"/>
                <a:ea typeface="Meiryo"/>
                <a:cs typeface="Meiryo"/>
                <a:sym typeface="Meiryo"/>
              </a:rPr>
              <a:t>得られた気づき（変化の瞬間）【必須】</a:t>
            </a:r>
            <a:endParaRPr b="0" i="0" sz="1400" u="none" cap="none" strike="noStrike">
              <a:solidFill>
                <a:srgbClr val="000000"/>
              </a:solidFill>
              <a:latin typeface="Meiryo"/>
              <a:ea typeface="Meiryo"/>
              <a:cs typeface="Meiryo"/>
              <a:sym typeface="Meiryo"/>
            </a:endParaRPr>
          </a:p>
          <a:p>
            <a:pPr indent="-285750" lvl="0" marL="2857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•"/>
            </a:pPr>
            <a:r>
              <a:rPr lang="ja-JP">
                <a:latin typeface="Meiryo"/>
                <a:ea typeface="Meiryo"/>
                <a:cs typeface="Meiryo"/>
                <a:sym typeface="Meiryo"/>
              </a:rPr>
              <a:t>音量やピッチだけでなく、「緊張度」や「自信度」も音声から推定できるた</a:t>
            </a:r>
            <a:endParaRPr>
              <a:latin typeface="Meiryo"/>
              <a:ea typeface="Meiryo"/>
              <a:cs typeface="Meiryo"/>
              <a:sym typeface="Meiryo"/>
            </a:endParaRPr>
          </a:p>
          <a:p>
            <a:pPr indent="-285750" lvl="0" marL="2857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•"/>
            </a:pPr>
            <a:r>
              <a:rPr lang="ja-JP">
                <a:latin typeface="Meiryo"/>
                <a:ea typeface="Meiryo"/>
                <a:cs typeface="Meiryo"/>
                <a:sym typeface="Meiryo"/>
              </a:rPr>
              <a:t>高額なサービスを使わなくても、オープンソースAIで十分な精度が出せることを確認</a:t>
            </a:r>
            <a:endParaRPr b="0" i="0" sz="1400" u="none" cap="none" strike="noStrike">
              <a:solidFill>
                <a:srgbClr val="000000"/>
              </a:solidFill>
              <a:latin typeface="Meiryo"/>
              <a:ea typeface="Meiryo"/>
              <a:cs typeface="Meiryo"/>
              <a:sym typeface="Meiryo"/>
            </a:endParaRPr>
          </a:p>
          <a:p>
            <a:pPr indent="-285750" lvl="0" marL="2857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Noto Sans Symbols"/>
              <a:buChar char="■"/>
            </a:pPr>
            <a:r>
              <a:rPr b="1" i="0" lang="ja-JP" sz="1400" u="none" cap="none" strike="noStrike">
                <a:solidFill>
                  <a:srgbClr val="000000"/>
                </a:solidFill>
                <a:latin typeface="Meiryo"/>
                <a:ea typeface="Meiryo"/>
                <a:cs typeface="Meiryo"/>
                <a:sym typeface="Meiryo"/>
              </a:rPr>
              <a:t>問いがどう変わったか【必須】</a:t>
            </a:r>
            <a:endParaRPr b="0" i="0" sz="1400" u="none" cap="none" strike="noStrike">
              <a:solidFill>
                <a:srgbClr val="000000"/>
              </a:solidFill>
              <a:latin typeface="Meiryo"/>
              <a:ea typeface="Meiryo"/>
              <a:cs typeface="Meiryo"/>
              <a:sym typeface="Meiryo"/>
            </a:endParaRPr>
          </a:p>
          <a:p>
            <a:pPr indent="-285750" lvl="0" marL="2857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•"/>
            </a:pPr>
            <a:r>
              <a:rPr lang="ja-JP">
                <a:latin typeface="Meiryo"/>
                <a:ea typeface="Meiryo"/>
                <a:cs typeface="Meiryo"/>
                <a:sym typeface="Meiryo"/>
              </a:rPr>
              <a:t>最初の問い: 「面接練習をどう改善するか？」</a:t>
            </a:r>
            <a:endParaRPr>
              <a:latin typeface="Meiryo"/>
              <a:ea typeface="Meiryo"/>
              <a:cs typeface="Meiryo"/>
              <a:sym typeface="Meiryo"/>
            </a:endParaRPr>
          </a:p>
          <a:p>
            <a:pPr indent="-285750" lvl="0" marL="2857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•"/>
            </a:pPr>
            <a:r>
              <a:rPr lang="ja-JP">
                <a:latin typeface="Meiryo"/>
                <a:ea typeface="Meiryo"/>
                <a:cs typeface="Meiryo"/>
                <a:sym typeface="Meiryo"/>
              </a:rPr>
              <a:t>今の問い: 「どうすれば誰もが無料で、プライバシーを守りながら、質の高い面接対策を受けられるか？」</a:t>
            </a:r>
            <a:endParaRPr>
              <a:latin typeface="Meiryo"/>
              <a:ea typeface="Meiryo"/>
              <a:cs typeface="Meiryo"/>
              <a:sym typeface="Meiry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Meiryo"/>
              <a:ea typeface="Meiryo"/>
              <a:cs typeface="Meiryo"/>
              <a:sym typeface="Meiryo"/>
            </a:endParaRPr>
          </a:p>
          <a:p>
            <a:pPr indent="-285750" lvl="0" marL="2857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Noto Sans Symbols"/>
              <a:buChar char="■"/>
            </a:pPr>
            <a:r>
              <a:rPr b="1" i="0" lang="ja-JP" sz="1400" u="none" cap="none" strike="noStrike">
                <a:solidFill>
                  <a:srgbClr val="000000"/>
                </a:solidFill>
                <a:latin typeface="Meiryo"/>
                <a:ea typeface="Meiryo"/>
                <a:cs typeface="Meiryo"/>
                <a:sym typeface="Meiryo"/>
              </a:rPr>
              <a:t>次にやってみたいこと【必須】</a:t>
            </a:r>
            <a:endParaRPr/>
          </a:p>
          <a:p>
            <a:pPr indent="-285750" lvl="0" marL="2857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•"/>
            </a:pPr>
            <a:r>
              <a:rPr lang="ja-JP">
                <a:latin typeface="Meiryo"/>
                <a:ea typeface="Meiryo"/>
                <a:cs typeface="Meiryo"/>
                <a:sym typeface="Meiryo"/>
              </a:rPr>
              <a:t>1. リアルタイムフィードバック: 練習中にリアルタイムで改善点を表示</a:t>
            </a:r>
            <a:endParaRPr>
              <a:latin typeface="Meiryo"/>
              <a:ea typeface="Meiryo"/>
              <a:cs typeface="Meiryo"/>
              <a:sym typeface="Meiryo"/>
            </a:endParaRPr>
          </a:p>
          <a:p>
            <a:pPr indent="-285750" lvl="0" marL="2857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•"/>
            </a:pPr>
            <a:r>
              <a:rPr lang="ja-JP">
                <a:latin typeface="Meiryo"/>
                <a:ea typeface="Meiryo"/>
                <a:cs typeface="Meiryo"/>
                <a:sym typeface="Meiryo"/>
              </a:rPr>
              <a:t>2. 模擬面接AI: AIが面接官役となり、質問 → 回答 → フィードバックの自動化</a:t>
            </a:r>
            <a:endParaRPr>
              <a:latin typeface="Meiryo"/>
              <a:ea typeface="Meiryo"/>
              <a:cs typeface="Meiryo"/>
              <a:sym typeface="Meiryo"/>
            </a:endParaRPr>
          </a:p>
          <a:p>
            <a:pPr indent="-285750" lvl="0" marL="2857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•"/>
            </a:pPr>
            <a:r>
              <a:rPr lang="ja-JP">
                <a:latin typeface="Meiryo"/>
                <a:ea typeface="Meiryo"/>
                <a:cs typeface="Meiryo"/>
                <a:sym typeface="Meiryo"/>
              </a:rPr>
              <a:t>3. 長期的な進捗追跡: 複数回の練習データを蓄積し、成長曲線を可視化</a:t>
            </a:r>
            <a:endParaRPr>
              <a:latin typeface="Meiryo"/>
              <a:ea typeface="Meiryo"/>
              <a:cs typeface="Meiryo"/>
              <a:sym typeface="Meiryo"/>
            </a:endParaRPr>
          </a:p>
          <a:p>
            <a:pPr indent="-285750" lvl="0" marL="2857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•"/>
            </a:pPr>
            <a:r>
              <a:rPr lang="ja-JP">
                <a:latin typeface="Meiryo"/>
                <a:ea typeface="Meiryo"/>
                <a:cs typeface="Meiryo"/>
                <a:sym typeface="Meiryo"/>
              </a:rPr>
              <a:t>4. 多言語対応: 英語面接やその他の言語にも対応</a:t>
            </a:r>
            <a:endParaRPr>
              <a:latin typeface="Meiryo"/>
              <a:ea typeface="Meiryo"/>
              <a:cs typeface="Meiryo"/>
              <a:sym typeface="Meiryo"/>
            </a:endParaRPr>
          </a:p>
          <a:p>
            <a:pPr indent="-285750" lvl="0" marL="2857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•"/>
            </a:pPr>
            <a:r>
              <a:rPr lang="ja-JP">
                <a:latin typeface="Meiryo"/>
                <a:ea typeface="Meiryo"/>
                <a:cs typeface="Meiryo"/>
                <a:sym typeface="Meiryo"/>
              </a:rPr>
              <a:t>5. コミュニティ機能: ユーザー同士で面接練習のベストプラクティスを共有</a:t>
            </a:r>
            <a:endParaRPr>
              <a:latin typeface="Meiryo"/>
              <a:ea typeface="Meiryo"/>
              <a:cs typeface="Meiryo"/>
              <a:sym typeface="Meiryo"/>
            </a:endParaRPr>
          </a:p>
        </p:txBody>
      </p:sp>
      <p:sp>
        <p:nvSpPr>
          <p:cNvPr id="141" name="Google Shape;141;p25"/>
          <p:cNvSpPr txBox="1"/>
          <p:nvPr>
            <p:ph idx="12" type="sldNum"/>
          </p:nvPr>
        </p:nvSpPr>
        <p:spPr>
          <a:xfrm>
            <a:off x="3974306" y="71945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</a:pPr>
            <a:fld id="{00000000-1234-1234-1234-123412341234}" type="slidenum">
              <a:rPr lang="ja-JP"/>
              <a:t>‹#›</a:t>
            </a:fld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p26"/>
          <p:cNvSpPr txBox="1"/>
          <p:nvPr/>
        </p:nvSpPr>
        <p:spPr>
          <a:xfrm>
            <a:off x="393700" y="276225"/>
            <a:ext cx="7223252" cy="25775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1425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ja-JP" sz="1600" u="none" cap="none" strike="noStrike">
                <a:solidFill>
                  <a:schemeClr val="dk1"/>
                </a:solidFill>
                <a:latin typeface="Meiryo"/>
                <a:ea typeface="Meiryo"/>
                <a:cs typeface="Meiryo"/>
                <a:sym typeface="Meiryo"/>
              </a:rPr>
              <a:t>作品詳細⑨（倫理・法的遵守）　</a:t>
            </a:r>
            <a:endParaRPr b="1" i="0" sz="1600" u="none" cap="none" strike="noStrike">
              <a:solidFill>
                <a:schemeClr val="dk1"/>
              </a:solidFill>
              <a:latin typeface="Meiryo"/>
              <a:ea typeface="Meiryo"/>
              <a:cs typeface="Meiryo"/>
              <a:sym typeface="Meiryo"/>
            </a:endParaRPr>
          </a:p>
        </p:txBody>
      </p:sp>
      <p:sp>
        <p:nvSpPr>
          <p:cNvPr id="147" name="Google Shape;147;p26"/>
          <p:cNvSpPr txBox="1"/>
          <p:nvPr/>
        </p:nvSpPr>
        <p:spPr>
          <a:xfrm>
            <a:off x="446049" y="624047"/>
            <a:ext cx="9801300" cy="6988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285750" lvl="0" marL="2857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Noto Sans Symbols"/>
              <a:buChar char="■"/>
            </a:pPr>
            <a:r>
              <a:rPr b="1" i="0" lang="ja-JP" sz="1400" u="none" cap="none" strike="noStrike">
                <a:solidFill>
                  <a:srgbClr val="000000"/>
                </a:solidFill>
                <a:latin typeface="Meiryo"/>
                <a:ea typeface="Meiryo"/>
                <a:cs typeface="Meiryo"/>
                <a:sym typeface="Meiryo"/>
              </a:rPr>
              <a:t>個人情報やプライバシーへの配慮【必須】</a:t>
            </a:r>
            <a:endParaRPr/>
          </a:p>
          <a:p>
            <a:pPr indent="-285750" lvl="0" marL="2857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•"/>
            </a:pPr>
            <a:r>
              <a:rPr lang="ja-JP">
                <a:latin typeface="Meiryo"/>
                <a:ea typeface="Meiryo"/>
                <a:cs typeface="Meiryo"/>
                <a:sym typeface="Meiryo"/>
              </a:rPr>
              <a:t>完全ローカル処理: 録音データは一切外部サーバーに送信せず、ユーザーのPC内のみで処理</a:t>
            </a:r>
            <a:endParaRPr>
              <a:latin typeface="Meiryo"/>
              <a:ea typeface="Meiryo"/>
              <a:cs typeface="Meiryo"/>
              <a:sym typeface="Meiryo"/>
            </a:endParaRPr>
          </a:p>
          <a:p>
            <a:pPr indent="-285750" lvl="0" marL="2857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•"/>
            </a:pPr>
            <a:r>
              <a:rPr lang="ja-JP">
                <a:latin typeface="Meiryo"/>
                <a:ea typeface="Meiryo"/>
                <a:cs typeface="Meiryo"/>
                <a:sym typeface="Meiryo"/>
              </a:rPr>
              <a:t>データの自動削除オプション: レポート生成後、元の音声ファイルを自動削除する設定を提供</a:t>
            </a:r>
            <a:endParaRPr>
              <a:latin typeface="Meiryo"/>
              <a:ea typeface="Meiryo"/>
              <a:cs typeface="Meiryo"/>
              <a:sym typeface="Meiryo"/>
            </a:endParaRPr>
          </a:p>
          <a:p>
            <a:pPr indent="-285750" lvl="0" marL="2857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•"/>
            </a:pPr>
            <a:r>
              <a:rPr lang="ja-JP">
                <a:latin typeface="Meiryo"/>
                <a:ea typeface="Meiryo"/>
                <a:cs typeface="Meiryo"/>
                <a:sym typeface="Meiryo"/>
              </a:rPr>
              <a:t>匿名化: レポートには話者名を含めず、「教師」「生徒」とのみ表示</a:t>
            </a:r>
            <a:endParaRPr>
              <a:latin typeface="Meiryo"/>
              <a:ea typeface="Meiryo"/>
              <a:cs typeface="Meiryo"/>
              <a:sym typeface="Meiryo"/>
            </a:endParaRPr>
          </a:p>
          <a:p>
            <a:pPr indent="-285750" lvl="0" marL="2857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•"/>
            </a:pPr>
            <a:r>
              <a:rPr lang="ja-JP">
                <a:latin typeface="Meiryo"/>
                <a:ea typeface="Meiryo"/>
                <a:cs typeface="Meiryo"/>
                <a:sym typeface="Meiryo"/>
              </a:rPr>
              <a:t>利用規約の明示: 初回起動時にプライバシーポリシーを表示し、同意を得る</a:t>
            </a:r>
            <a:endParaRPr b="0" i="0" sz="1400" u="none" cap="none" strike="noStrike">
              <a:solidFill>
                <a:srgbClr val="000000"/>
              </a:solidFill>
              <a:latin typeface="Meiryo"/>
              <a:ea typeface="Meiryo"/>
              <a:cs typeface="Meiryo"/>
              <a:sym typeface="Meiryo"/>
            </a:endParaRPr>
          </a:p>
          <a:p>
            <a:pPr indent="-285750" lvl="0" marL="2857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Noto Sans Symbols"/>
              <a:buChar char="■"/>
            </a:pPr>
            <a:r>
              <a:rPr b="1" i="0" lang="ja-JP" sz="1400" u="none" cap="none" strike="noStrike">
                <a:solidFill>
                  <a:srgbClr val="000000"/>
                </a:solidFill>
                <a:latin typeface="Meiryo"/>
                <a:ea typeface="Meiryo"/>
                <a:cs typeface="Meiryo"/>
                <a:sym typeface="Meiryo"/>
              </a:rPr>
              <a:t>著作権・ライセンスの扱い【必須】</a:t>
            </a:r>
            <a:endParaRPr/>
          </a:p>
          <a:p>
            <a:pPr indent="-285750" lvl="0" marL="2857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•"/>
            </a:pPr>
            <a:r>
              <a:rPr lang="ja-JP">
                <a:latin typeface="Meiryo"/>
                <a:ea typeface="Meiryo"/>
                <a:cs typeface="Meiryo"/>
                <a:sym typeface="Meiryo"/>
              </a:rPr>
              <a:t>本作品はMITライセンスで公開</a:t>
            </a:r>
            <a:endParaRPr>
              <a:latin typeface="Meiryo"/>
              <a:ea typeface="Meiryo"/>
              <a:cs typeface="Meiryo"/>
              <a:sym typeface="Meiryo"/>
            </a:endParaRPr>
          </a:p>
          <a:p>
            <a:pPr indent="-285750" lvl="0" marL="2857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•"/>
            </a:pPr>
            <a:r>
              <a:rPr lang="ja-JP">
                <a:latin typeface="Meiryo"/>
                <a:ea typeface="Meiryo"/>
                <a:cs typeface="Meiryo"/>
                <a:sym typeface="Meiryo"/>
              </a:rPr>
              <a:t>すべてオープンソースライセンス（MIT, Apache 2.0）に準拠</a:t>
            </a:r>
            <a:endParaRPr>
              <a:latin typeface="Meiryo"/>
              <a:ea typeface="Meiryo"/>
              <a:cs typeface="Meiryo"/>
              <a:sym typeface="Meiryo"/>
            </a:endParaRPr>
          </a:p>
          <a:p>
            <a:pPr indent="-285750" lvl="0" marL="2857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•"/>
            </a:pPr>
            <a:r>
              <a:rPr lang="ja-JP">
                <a:latin typeface="Meiryo"/>
                <a:ea typeface="Meiryo"/>
                <a:cs typeface="Meiryo"/>
                <a:sym typeface="Meiryo"/>
              </a:rPr>
              <a:t>モデルの利用許諾: </a:t>
            </a:r>
            <a:endParaRPr>
              <a:latin typeface="Meiryo"/>
              <a:ea typeface="Meiryo"/>
              <a:cs typeface="Meiryo"/>
              <a:sym typeface="Meiryo"/>
            </a:endParaRPr>
          </a:p>
          <a:p>
            <a:pPr indent="45720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ja-JP">
                <a:latin typeface="Meiryo"/>
                <a:ea typeface="Meiryo"/>
                <a:cs typeface="Meiryo"/>
                <a:sym typeface="Meiryo"/>
              </a:rPr>
              <a:t> - OpenAI Whisper: MITライセンス</a:t>
            </a:r>
            <a:endParaRPr>
              <a:latin typeface="Meiryo"/>
              <a:ea typeface="Meiryo"/>
              <a:cs typeface="Meiryo"/>
              <a:sym typeface="Meiryo"/>
            </a:endParaRPr>
          </a:p>
          <a:p>
            <a:pPr indent="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ja-JP">
                <a:latin typeface="Meiryo"/>
                <a:ea typeface="Meiryo"/>
                <a:cs typeface="Meiryo"/>
                <a:sym typeface="Meiryo"/>
              </a:rPr>
              <a:t> - pyannote.audio: MITライセンス（HuggingFaceトークンが必要）</a:t>
            </a:r>
            <a:endParaRPr>
              <a:latin typeface="Meiryo"/>
              <a:ea typeface="Meiryo"/>
              <a:cs typeface="Meiryo"/>
              <a:sym typeface="Meiryo"/>
            </a:endParaRPr>
          </a:p>
          <a:p>
            <a:pPr indent="45720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ja-JP">
                <a:latin typeface="Meiryo"/>
                <a:ea typeface="Meiryo"/>
                <a:cs typeface="Meiryo"/>
                <a:sym typeface="Meiryo"/>
              </a:rPr>
              <a:t> - Llama 3.2: Metaのコミュニティライセンス（商用利用可）</a:t>
            </a:r>
            <a:endParaRPr b="0" i="0" sz="1400" u="none" cap="none" strike="noStrike">
              <a:solidFill>
                <a:srgbClr val="000000"/>
              </a:solidFill>
              <a:latin typeface="Meiryo"/>
              <a:ea typeface="Meiryo"/>
              <a:cs typeface="Meiryo"/>
              <a:sym typeface="Meiryo"/>
            </a:endParaRPr>
          </a:p>
          <a:p>
            <a:pPr indent="-285750" lvl="0" marL="2857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Noto Sans Symbols"/>
              <a:buChar char="■"/>
            </a:pPr>
            <a:r>
              <a:rPr b="1" i="0" lang="ja-JP" sz="1400" u="none" cap="none" strike="noStrike">
                <a:solidFill>
                  <a:srgbClr val="000000"/>
                </a:solidFill>
                <a:latin typeface="Meiryo"/>
                <a:ea typeface="Meiryo"/>
                <a:cs typeface="Meiryo"/>
                <a:sym typeface="Meiryo"/>
              </a:rPr>
              <a:t> データの扱い（安全性）【必須】</a:t>
            </a:r>
            <a:endParaRPr/>
          </a:p>
          <a:p>
            <a:pPr indent="-285750" lvl="0" marL="2857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•"/>
            </a:pPr>
            <a:r>
              <a:rPr lang="ja-JP">
                <a:latin typeface="Meiryo"/>
                <a:ea typeface="Meiryo"/>
                <a:cs typeface="Meiryo"/>
                <a:sym typeface="Meiryo"/>
              </a:rPr>
              <a:t>暗号化: データベース内の面接履歴はAES-256で暗号化</a:t>
            </a:r>
            <a:endParaRPr>
              <a:latin typeface="Meiryo"/>
              <a:ea typeface="Meiryo"/>
              <a:cs typeface="Meiryo"/>
              <a:sym typeface="Meiryo"/>
            </a:endParaRPr>
          </a:p>
          <a:p>
            <a:pPr indent="-285750" lvl="0" marL="2857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•"/>
            </a:pPr>
            <a:r>
              <a:rPr lang="ja-JP">
                <a:latin typeface="Meiryo"/>
                <a:ea typeface="Meiryo"/>
                <a:cs typeface="Meiryo"/>
                <a:sym typeface="Meiryo"/>
              </a:rPr>
              <a:t>アクセス制限: ローカルホスト（127.0.0.1）のみアクセス可能、外部からの接続を拒否</a:t>
            </a:r>
            <a:endParaRPr>
              <a:latin typeface="Meiryo"/>
              <a:ea typeface="Meiryo"/>
              <a:cs typeface="Meiryo"/>
              <a:sym typeface="Meiryo"/>
            </a:endParaRPr>
          </a:p>
          <a:p>
            <a:pPr indent="-285750" lvl="0" marL="2857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•"/>
            </a:pPr>
            <a:r>
              <a:rPr lang="ja-JP">
                <a:latin typeface="Meiryo"/>
                <a:ea typeface="Meiryo"/>
                <a:cs typeface="Meiryo"/>
                <a:sym typeface="Meiryo"/>
              </a:rPr>
              <a:t>定期的なクリーンアップ: 古い録音ファイル（30日以上）は自動削除を推奨</a:t>
            </a:r>
            <a:endParaRPr>
              <a:latin typeface="Meiryo"/>
              <a:ea typeface="Meiryo"/>
              <a:cs typeface="Meiryo"/>
              <a:sym typeface="Meiryo"/>
            </a:endParaRPr>
          </a:p>
          <a:p>
            <a:pPr indent="-285750" lvl="0" marL="2857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•"/>
            </a:pPr>
            <a:r>
              <a:rPr lang="ja-JP">
                <a:latin typeface="Meiryo"/>
                <a:ea typeface="Meiryo"/>
                <a:cs typeface="Meiryo"/>
                <a:sym typeface="Meiryo"/>
              </a:rPr>
              <a:t>バックアップ: ユーザーが手動でバックアップを取得可能</a:t>
            </a:r>
            <a:endParaRPr b="0" i="0" sz="1400" u="none" cap="none" strike="noStrike">
              <a:solidFill>
                <a:srgbClr val="000000"/>
              </a:solidFill>
              <a:latin typeface="Meiryo"/>
              <a:ea typeface="Meiryo"/>
              <a:cs typeface="Meiryo"/>
              <a:sym typeface="Meiryo"/>
            </a:endParaRPr>
          </a:p>
          <a:p>
            <a:pPr indent="-285750" lvl="0" marL="2857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Noto Sans Symbols"/>
              <a:buChar char="■"/>
            </a:pPr>
            <a:r>
              <a:rPr b="1" i="0" lang="ja-JP" sz="1400" u="none" cap="none" strike="noStrike">
                <a:solidFill>
                  <a:srgbClr val="000000"/>
                </a:solidFill>
                <a:latin typeface="Meiryo"/>
                <a:ea typeface="Meiryo"/>
                <a:cs typeface="Meiryo"/>
                <a:sym typeface="Meiryo"/>
              </a:rPr>
              <a:t> AI・センサー等を使う場合の倫理配慮【必須】</a:t>
            </a:r>
            <a:endParaRPr/>
          </a:p>
          <a:p>
            <a:pPr indent="-285750" lvl="0" marL="2857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•"/>
            </a:pPr>
            <a:r>
              <a:rPr lang="ja-JP">
                <a:latin typeface="Meiryo"/>
                <a:ea typeface="Meiryo"/>
                <a:cs typeface="Meiryo"/>
                <a:sym typeface="Meiryo"/>
              </a:rPr>
              <a:t>バイアスへの対応: </a:t>
            </a:r>
            <a:endParaRPr>
              <a:latin typeface="Meiryo"/>
              <a:ea typeface="Meiryo"/>
              <a:cs typeface="Meiryo"/>
              <a:sym typeface="Meiryo"/>
            </a:endParaRPr>
          </a:p>
          <a:p>
            <a:pPr indent="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ja-JP">
                <a:latin typeface="Meiryo"/>
                <a:ea typeface="Meiryo"/>
                <a:cs typeface="Meiryo"/>
                <a:sym typeface="Meiryo"/>
              </a:rPr>
              <a:t> - 特定の方言や声質を不当に低く評価しないよう、分析結果に「参考値」と明記</a:t>
            </a:r>
            <a:endParaRPr>
              <a:latin typeface="Meiryo"/>
              <a:ea typeface="Meiryo"/>
              <a:cs typeface="Meiryo"/>
              <a:sym typeface="Meiryo"/>
            </a:endParaRPr>
          </a:p>
          <a:p>
            <a:pPr indent="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ja-JP">
                <a:latin typeface="Meiryo"/>
                <a:ea typeface="Meiryo"/>
                <a:cs typeface="Meiryo"/>
                <a:sym typeface="Meiryo"/>
              </a:rPr>
              <a:t> - 性別・年齢による評価の偏りを排除</a:t>
            </a:r>
            <a:endParaRPr>
              <a:latin typeface="Meiryo"/>
              <a:ea typeface="Meiryo"/>
              <a:cs typeface="Meiryo"/>
              <a:sym typeface="Meiryo"/>
            </a:endParaRPr>
          </a:p>
          <a:p>
            <a:pPr indent="-285750" lvl="0" marL="2857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•"/>
            </a:pPr>
            <a:r>
              <a:rPr lang="ja-JP">
                <a:latin typeface="Meiryo"/>
                <a:ea typeface="Meiryo"/>
                <a:cs typeface="Meiryo"/>
                <a:sym typeface="Meiryo"/>
              </a:rPr>
              <a:t>誤認識への対応: </a:t>
            </a:r>
            <a:endParaRPr>
              <a:latin typeface="Meiryo"/>
              <a:ea typeface="Meiryo"/>
              <a:cs typeface="Meiryo"/>
              <a:sym typeface="Meiryo"/>
            </a:endParaRPr>
          </a:p>
          <a:p>
            <a:pPr indent="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ja-JP">
                <a:latin typeface="Meiryo"/>
                <a:ea typeface="Meiryo"/>
                <a:cs typeface="Meiryo"/>
                <a:sym typeface="Meiryo"/>
              </a:rPr>
              <a:t>- AIの判断は「提案」として提示し、最終判断は人間が行う</a:t>
            </a:r>
            <a:endParaRPr>
              <a:latin typeface="Meiryo"/>
              <a:ea typeface="Meiryo"/>
              <a:cs typeface="Meiryo"/>
              <a:sym typeface="Meiryo"/>
            </a:endParaRPr>
          </a:p>
          <a:p>
            <a:pPr indent="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ja-JP">
                <a:latin typeface="Meiryo"/>
                <a:ea typeface="Meiryo"/>
                <a:cs typeface="Meiryo"/>
                <a:sym typeface="Meiryo"/>
              </a:rPr>
              <a:t>- 誤字脱字の可能性を明示（「Whisperによる自動文字起こしのため、誤りがある可能性があります」）</a:t>
            </a:r>
            <a:endParaRPr>
              <a:latin typeface="Meiryo"/>
              <a:ea typeface="Meiryo"/>
              <a:cs typeface="Meiryo"/>
              <a:sym typeface="Meiryo"/>
            </a:endParaRPr>
          </a:p>
          <a:p>
            <a:pPr indent="-285750" lvl="0" marL="2857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•"/>
            </a:pPr>
            <a:r>
              <a:rPr lang="ja-JP">
                <a:latin typeface="Meiryo"/>
                <a:ea typeface="Meiryo"/>
                <a:cs typeface="Meiryo"/>
                <a:sym typeface="Meiryo"/>
              </a:rPr>
              <a:t>透明性: すべての分析ロジックをGitHubで公開し、どのように評価されているかを明示</a:t>
            </a:r>
            <a:endParaRPr>
              <a:latin typeface="Meiryo"/>
              <a:ea typeface="Meiryo"/>
              <a:cs typeface="Meiryo"/>
              <a:sym typeface="Meiryo"/>
            </a:endParaRPr>
          </a:p>
          <a:p>
            <a:pPr indent="-285750" lvl="0" marL="2857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•"/>
            </a:pPr>
            <a:r>
              <a:rPr lang="ja-JP">
                <a:latin typeface="Meiryo"/>
                <a:ea typeface="Meiryo"/>
                <a:cs typeface="Meiryo"/>
                <a:sym typeface="Meiryo"/>
              </a:rPr>
              <a:t>検証機能: ユーザーが「この評価はおかしい」とフィードバックできる機能を実装予定</a:t>
            </a:r>
            <a:endParaRPr b="0" i="0" sz="1400" u="none" cap="none" strike="noStrike">
              <a:solidFill>
                <a:srgbClr val="000000"/>
              </a:solidFill>
              <a:latin typeface="Meiryo"/>
              <a:ea typeface="Meiryo"/>
              <a:cs typeface="Meiryo"/>
              <a:sym typeface="Meiryo"/>
            </a:endParaRPr>
          </a:p>
          <a:p>
            <a:pPr indent="-285750" lvl="0" marL="2857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Noto Sans Symbols"/>
              <a:buChar char="■"/>
            </a:pPr>
            <a:r>
              <a:rPr b="1" i="0" lang="ja-JP" sz="1400" u="none" cap="none" strike="noStrike">
                <a:solidFill>
                  <a:srgbClr val="000000"/>
                </a:solidFill>
                <a:latin typeface="Meiryo"/>
                <a:ea typeface="Meiryo"/>
                <a:cs typeface="Meiryo"/>
                <a:sym typeface="Meiryo"/>
              </a:rPr>
              <a:t>利用者や社会にとって安心できる工夫【必須】</a:t>
            </a:r>
            <a:endParaRPr/>
          </a:p>
          <a:p>
            <a:pPr indent="-285750" lvl="0" marL="2857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•"/>
            </a:pPr>
            <a:r>
              <a:rPr lang="ja-JP">
                <a:latin typeface="Meiryo"/>
                <a:ea typeface="Meiryo"/>
                <a:cs typeface="Meiryo"/>
                <a:sym typeface="Meiryo"/>
              </a:rPr>
              <a:t>説明可能性: 各評価項目について「なぜこの数値になったか」を説明</a:t>
            </a:r>
            <a:endParaRPr>
              <a:latin typeface="Meiryo"/>
              <a:ea typeface="Meiryo"/>
              <a:cs typeface="Meiryo"/>
              <a:sym typeface="Meiryo"/>
            </a:endParaRPr>
          </a:p>
          <a:p>
            <a:pPr indent="-285750" lvl="0" marL="2857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•"/>
            </a:pPr>
            <a:r>
              <a:rPr lang="ja-JP">
                <a:latin typeface="Meiryo"/>
                <a:ea typeface="Meiryo"/>
                <a:cs typeface="Meiryo"/>
                <a:sym typeface="Meiryo"/>
              </a:rPr>
              <a:t>誤操作防止: 「録音開始」ボタンは確認ダイアログを表示</a:t>
            </a:r>
            <a:endParaRPr>
              <a:latin typeface="Meiryo"/>
              <a:ea typeface="Meiryo"/>
              <a:cs typeface="Meiryo"/>
              <a:sym typeface="Meiryo"/>
            </a:endParaRPr>
          </a:p>
          <a:p>
            <a:pPr indent="-285750" lvl="0" marL="2857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•"/>
            </a:pPr>
            <a:r>
              <a:rPr lang="ja-JP">
                <a:latin typeface="Meiryo"/>
                <a:ea typeface="Meiryo"/>
                <a:cs typeface="Meiryo"/>
                <a:sym typeface="Meiryo"/>
              </a:rPr>
              <a:t>心理的負担の軽減: 「評価」ではなく「改善提案」としてポジティブに表現</a:t>
            </a:r>
            <a:endParaRPr>
              <a:latin typeface="Meiryo"/>
              <a:ea typeface="Meiryo"/>
              <a:cs typeface="Meiryo"/>
              <a:sym typeface="Meiryo"/>
            </a:endParaRPr>
          </a:p>
          <a:p>
            <a:pPr indent="-285750" lvl="0" marL="2857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•"/>
            </a:pPr>
            <a:r>
              <a:rPr lang="ja-JP">
                <a:latin typeface="Meiryo"/>
                <a:ea typeface="Meiryo"/>
                <a:cs typeface="Meiryo"/>
                <a:sym typeface="Meiryo"/>
              </a:rPr>
              <a:t>監視されている感を排除: 録音は明示的に開始/停止する必要があり、無断録音は不可</a:t>
            </a:r>
            <a:endParaRPr>
              <a:latin typeface="Meiryo"/>
              <a:ea typeface="Meiryo"/>
              <a:cs typeface="Meiryo"/>
              <a:sym typeface="Meiryo"/>
            </a:endParaRPr>
          </a:p>
          <a:p>
            <a:pPr indent="-285750" lvl="0" marL="2857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•"/>
            </a:pPr>
            <a:r>
              <a:rPr lang="ja-JP">
                <a:latin typeface="Meiryo"/>
                <a:ea typeface="Meiryo"/>
                <a:cs typeface="Meiryo"/>
                <a:sym typeface="Meiryo"/>
              </a:rPr>
              <a:t>社会的影響: 経済格差による教育格差を解消し、すべての生徒に平等な機会を提供</a:t>
            </a:r>
            <a:endParaRPr>
              <a:latin typeface="Meiryo"/>
              <a:ea typeface="Meiryo"/>
              <a:cs typeface="Meiryo"/>
              <a:sym typeface="Meiryo"/>
            </a:endParaRPr>
          </a:p>
        </p:txBody>
      </p:sp>
      <p:sp>
        <p:nvSpPr>
          <p:cNvPr id="148" name="Google Shape;148;p26"/>
          <p:cNvSpPr txBox="1"/>
          <p:nvPr>
            <p:ph idx="12" type="sldNum"/>
          </p:nvPr>
        </p:nvSpPr>
        <p:spPr>
          <a:xfrm>
            <a:off x="3974306" y="71945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</a:pPr>
            <a:fld id="{00000000-1234-1234-1234-123412341234}" type="slidenum">
              <a:rPr lang="ja-JP"/>
              <a:t>‹#›</a:t>
            </a:fld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テーマ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テーマ">
  <a:themeElements>
    <a:clrScheme name="ユーザー定義 2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FFC32F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2023-02-27T05:57:48Z</dcterms:created>
  <dc:creator>雪田恵子</dc:creator>
</cp:coreProperties>
</file>